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14A0CE-417B-BA43-90E6-01BD46CD5423}" v="1" dt="2026-07-06T14:47:23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693"/>
  </p:normalViewPr>
  <p:slideViewPr>
    <p:cSldViewPr snapToGrid="0">
      <p:cViewPr varScale="1">
        <p:scale>
          <a:sx n="68" d="100"/>
          <a:sy n="68" d="100"/>
        </p:scale>
        <p:origin x="2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hai XIONG" userId="f24b499350e904d2" providerId="LiveId" clId="{AC088629-70F1-5C87-944D-0D202749AC90}"/>
    <pc:docChg chg="undo custSel addSld delSld modSld delSection modSection">
      <pc:chgData name="Yanhai XIONG" userId="f24b499350e904d2" providerId="LiveId" clId="{AC088629-70F1-5C87-944D-0D202749AC90}" dt="2026-07-06T14:48:10.838" v="55" actId="20577"/>
      <pc:docMkLst>
        <pc:docMk/>
      </pc:docMkLst>
      <pc:sldChg chg="delSp del mod">
        <pc:chgData name="Yanhai XIONG" userId="f24b499350e904d2" providerId="LiveId" clId="{AC088629-70F1-5C87-944D-0D202749AC90}" dt="2026-07-06T14:44:54.224" v="1" actId="2696"/>
        <pc:sldMkLst>
          <pc:docMk/>
          <pc:sldMk cId="912659588" sldId="256"/>
        </pc:sldMkLst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4" creationId="{218BA69E-8519-546C-A530-7C4B3ECFFB54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5" creationId="{F97351BA-1099-DCF3-A642-10F74FBA999C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6" creationId="{9C916250-37E9-0496-BF18-429E98E65917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7" creationId="{A6B2D854-6B44-9B20-92B8-D690B6A9A9FF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11" creationId="{634FE52E-B3DC-D23A-4FB3-ADB606C35C11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12" creationId="{B74F4158-EB4F-2DDA-A58C-AE17B3893B99}"/>
          </ac:spMkLst>
        </pc:spChg>
        <pc:spChg chg="del">
          <ac:chgData name="Yanhai XIONG" userId="f24b499350e904d2" providerId="LiveId" clId="{AC088629-70F1-5C87-944D-0D202749AC90}" dt="2026-07-06T14:44:50.814" v="0" actId="478"/>
          <ac:spMkLst>
            <pc:docMk/>
            <pc:sldMk cId="912659588" sldId="256"/>
            <ac:spMk id="13" creationId="{C9840A29-6E9D-36FD-9FE9-F434BA93013D}"/>
          </ac:spMkLst>
        </pc:spChg>
        <pc:graphicFrameChg chg="del">
          <ac:chgData name="Yanhai XIONG" userId="f24b499350e904d2" providerId="LiveId" clId="{AC088629-70F1-5C87-944D-0D202749AC90}" dt="2026-07-06T14:44:50.814" v="0" actId="478"/>
          <ac:graphicFrameMkLst>
            <pc:docMk/>
            <pc:sldMk cId="912659588" sldId="256"/>
            <ac:graphicFrameMk id="8" creationId="{A7AF3C7C-A872-3A43-2987-3432E1716510}"/>
          </ac:graphicFrameMkLst>
        </pc:graphicFrameChg>
        <pc:graphicFrameChg chg="del">
          <ac:chgData name="Yanhai XIONG" userId="f24b499350e904d2" providerId="LiveId" clId="{AC088629-70F1-5C87-944D-0D202749AC90}" dt="2026-07-06T14:44:50.814" v="0" actId="478"/>
          <ac:graphicFrameMkLst>
            <pc:docMk/>
            <pc:sldMk cId="912659588" sldId="256"/>
            <ac:graphicFrameMk id="20" creationId="{75DF60DF-0637-119E-CE36-6AE1CB0899B1}"/>
          </ac:graphicFrameMkLst>
        </pc:graphicFrameChg>
        <pc:graphicFrameChg chg="del">
          <ac:chgData name="Yanhai XIONG" userId="f24b499350e904d2" providerId="LiveId" clId="{AC088629-70F1-5C87-944D-0D202749AC90}" dt="2026-07-06T14:44:50.814" v="0" actId="478"/>
          <ac:graphicFrameMkLst>
            <pc:docMk/>
            <pc:sldMk cId="912659588" sldId="256"/>
            <ac:graphicFrameMk id="31" creationId="{83C4C9C7-7729-60FD-EB03-A265B51AD86B}"/>
          </ac:graphicFrameMkLst>
        </pc:graphicFrameChg>
      </pc:sldChg>
      <pc:sldChg chg="addSp delSp modSp new mod">
        <pc:chgData name="Yanhai XIONG" userId="f24b499350e904d2" providerId="LiveId" clId="{AC088629-70F1-5C87-944D-0D202749AC90}" dt="2026-07-06T14:48:10.838" v="55" actId="20577"/>
        <pc:sldMkLst>
          <pc:docMk/>
          <pc:sldMk cId="2321226068" sldId="256"/>
        </pc:sldMkLst>
        <pc:spChg chg="del">
          <ac:chgData name="Yanhai XIONG" userId="f24b499350e904d2" providerId="LiveId" clId="{AC088629-70F1-5C87-944D-0D202749AC90}" dt="2026-07-06T14:44:58.576" v="8" actId="478"/>
          <ac:spMkLst>
            <pc:docMk/>
            <pc:sldMk cId="2321226068" sldId="256"/>
            <ac:spMk id="2" creationId="{651CEDB5-822E-BAC0-34A0-60E5FDD3A78C}"/>
          </ac:spMkLst>
        </pc:spChg>
        <pc:spChg chg="del">
          <ac:chgData name="Yanhai XIONG" userId="f24b499350e904d2" providerId="LiveId" clId="{AC088629-70F1-5C87-944D-0D202749AC90}" dt="2026-07-06T14:44:58.576" v="8" actId="478"/>
          <ac:spMkLst>
            <pc:docMk/>
            <pc:sldMk cId="2321226068" sldId="256"/>
            <ac:spMk id="3" creationId="{490CA4C1-DF3C-16E0-85F2-0802CB0DA384}"/>
          </ac:spMkLst>
        </pc:spChg>
        <pc:spChg chg="add mod">
          <ac:chgData name="Yanhai XIONG" userId="f24b499350e904d2" providerId="LiveId" clId="{AC088629-70F1-5C87-944D-0D202749AC90}" dt="2026-07-06T14:48:10.838" v="55" actId="20577"/>
          <ac:spMkLst>
            <pc:docMk/>
            <pc:sldMk cId="2321226068" sldId="256"/>
            <ac:spMk id="5" creationId="{C20875E4-0C63-8906-78F4-6667F51A2AE5}"/>
          </ac:spMkLst>
        </pc:spChg>
      </pc:sldChg>
      <pc:sldChg chg="del">
        <pc:chgData name="Yanhai XIONG" userId="f24b499350e904d2" providerId="LiveId" clId="{AC088629-70F1-5C87-944D-0D202749AC90}" dt="2026-07-06T14:44:54.256" v="3" actId="2696"/>
        <pc:sldMkLst>
          <pc:docMk/>
          <pc:sldMk cId="651433318" sldId="257"/>
        </pc:sldMkLst>
      </pc:sldChg>
      <pc:sldChg chg="addSp delSp modSp new mod">
        <pc:chgData name="Yanhai XIONG" userId="f24b499350e904d2" providerId="LiveId" clId="{AC088629-70F1-5C87-944D-0D202749AC90}" dt="2026-07-06T14:46:35.345" v="20" actId="21"/>
        <pc:sldMkLst>
          <pc:docMk/>
          <pc:sldMk cId="3174217007" sldId="257"/>
        </pc:sldMkLst>
        <pc:spChg chg="del">
          <ac:chgData name="Yanhai XIONG" userId="f24b499350e904d2" providerId="LiveId" clId="{AC088629-70F1-5C87-944D-0D202749AC90}" dt="2026-07-06T14:46:16.147" v="16" actId="478"/>
          <ac:spMkLst>
            <pc:docMk/>
            <pc:sldMk cId="3174217007" sldId="257"/>
            <ac:spMk id="2" creationId="{F4FC79B3-B6D2-EC84-1A73-F5FEA785CD8F}"/>
          </ac:spMkLst>
        </pc:spChg>
        <pc:spChg chg="del">
          <ac:chgData name="Yanhai XIONG" userId="f24b499350e904d2" providerId="LiveId" clId="{AC088629-70F1-5C87-944D-0D202749AC90}" dt="2026-07-06T14:46:16.147" v="16" actId="478"/>
          <ac:spMkLst>
            <pc:docMk/>
            <pc:sldMk cId="3174217007" sldId="257"/>
            <ac:spMk id="3" creationId="{A0488E67-9D00-E22A-3DA9-C89EBF4A9A1B}"/>
          </ac:spMkLst>
        </pc:spChg>
        <pc:spChg chg="add mod">
          <ac:chgData name="Yanhai XIONG" userId="f24b499350e904d2" providerId="LiveId" clId="{AC088629-70F1-5C87-944D-0D202749AC90}" dt="2026-07-06T14:46:35.345" v="20" actId="21"/>
          <ac:spMkLst>
            <pc:docMk/>
            <pc:sldMk cId="3174217007" sldId="257"/>
            <ac:spMk id="5" creationId="{19AFB9AE-501C-EC2C-E8AA-B49CD9C7E0D5}"/>
          </ac:spMkLst>
        </pc:spChg>
      </pc:sldChg>
      <pc:sldChg chg="addSp delSp modSp new mod">
        <pc:chgData name="Yanhai XIONG" userId="f24b499350e904d2" providerId="LiveId" clId="{AC088629-70F1-5C87-944D-0D202749AC90}" dt="2026-07-06T14:46:51.137" v="25" actId="21"/>
        <pc:sldMkLst>
          <pc:docMk/>
          <pc:sldMk cId="8470021" sldId="258"/>
        </pc:sldMkLst>
        <pc:spChg chg="del">
          <ac:chgData name="Yanhai XIONG" userId="f24b499350e904d2" providerId="LiveId" clId="{AC088629-70F1-5C87-944D-0D202749AC90}" dt="2026-07-06T14:46:41.252" v="22" actId="478"/>
          <ac:spMkLst>
            <pc:docMk/>
            <pc:sldMk cId="8470021" sldId="258"/>
            <ac:spMk id="2" creationId="{CC6B66DA-B3DA-1477-230C-0C6E4BF9F6A2}"/>
          </ac:spMkLst>
        </pc:spChg>
        <pc:spChg chg="del">
          <ac:chgData name="Yanhai XIONG" userId="f24b499350e904d2" providerId="LiveId" clId="{AC088629-70F1-5C87-944D-0D202749AC90}" dt="2026-07-06T14:46:41.252" v="22" actId="478"/>
          <ac:spMkLst>
            <pc:docMk/>
            <pc:sldMk cId="8470021" sldId="258"/>
            <ac:spMk id="3" creationId="{CE45ED6F-31A9-3654-0858-703B26E5B60C}"/>
          </ac:spMkLst>
        </pc:spChg>
        <pc:spChg chg="add mod">
          <ac:chgData name="Yanhai XIONG" userId="f24b499350e904d2" providerId="LiveId" clId="{AC088629-70F1-5C87-944D-0D202749AC90}" dt="2026-07-06T14:46:51.137" v="25" actId="21"/>
          <ac:spMkLst>
            <pc:docMk/>
            <pc:sldMk cId="8470021" sldId="258"/>
            <ac:spMk id="5" creationId="{D0BF63D9-AD27-A14C-A30F-6F2ACA38CDF5}"/>
          </ac:spMkLst>
        </pc:spChg>
      </pc:sldChg>
      <pc:sldChg chg="del">
        <pc:chgData name="Yanhai XIONG" userId="f24b499350e904d2" providerId="LiveId" clId="{AC088629-70F1-5C87-944D-0D202749AC90}" dt="2026-07-06T14:44:54.247" v="2" actId="2696"/>
        <pc:sldMkLst>
          <pc:docMk/>
          <pc:sldMk cId="2409071874" sldId="258"/>
        </pc:sldMkLst>
      </pc:sldChg>
      <pc:sldChg chg="del">
        <pc:chgData name="Yanhai XIONG" userId="f24b499350e904d2" providerId="LiveId" clId="{AC088629-70F1-5C87-944D-0D202749AC90}" dt="2026-07-06T14:44:54.259" v="4" actId="2696"/>
        <pc:sldMkLst>
          <pc:docMk/>
          <pc:sldMk cId="1374678580" sldId="259"/>
        </pc:sldMkLst>
      </pc:sldChg>
      <pc:sldChg chg="addSp delSp modSp new mod">
        <pc:chgData name="Yanhai XIONG" userId="f24b499350e904d2" providerId="LiveId" clId="{AC088629-70F1-5C87-944D-0D202749AC90}" dt="2026-07-06T14:47:09.957" v="30" actId="21"/>
        <pc:sldMkLst>
          <pc:docMk/>
          <pc:sldMk cId="2237844484" sldId="259"/>
        </pc:sldMkLst>
        <pc:spChg chg="del">
          <ac:chgData name="Yanhai XIONG" userId="f24b499350e904d2" providerId="LiveId" clId="{AC088629-70F1-5C87-944D-0D202749AC90}" dt="2026-07-06T14:46:55.585" v="27" actId="478"/>
          <ac:spMkLst>
            <pc:docMk/>
            <pc:sldMk cId="2237844484" sldId="259"/>
            <ac:spMk id="2" creationId="{17F81A77-74A4-3979-FBD9-8E2208D5FCE6}"/>
          </ac:spMkLst>
        </pc:spChg>
        <pc:spChg chg="del">
          <ac:chgData name="Yanhai XIONG" userId="f24b499350e904d2" providerId="LiveId" clId="{AC088629-70F1-5C87-944D-0D202749AC90}" dt="2026-07-06T14:46:55.585" v="27" actId="478"/>
          <ac:spMkLst>
            <pc:docMk/>
            <pc:sldMk cId="2237844484" sldId="259"/>
            <ac:spMk id="3" creationId="{675F5707-C8DB-BAD9-D115-399BD3FF54E5}"/>
          </ac:spMkLst>
        </pc:spChg>
        <pc:spChg chg="add mod">
          <ac:chgData name="Yanhai XIONG" userId="f24b499350e904d2" providerId="LiveId" clId="{AC088629-70F1-5C87-944D-0D202749AC90}" dt="2026-07-06T14:47:09.957" v="30" actId="21"/>
          <ac:spMkLst>
            <pc:docMk/>
            <pc:sldMk cId="2237844484" sldId="259"/>
            <ac:spMk id="5" creationId="{E194958C-19A4-1652-1A95-6D1B1D1537A3}"/>
          </ac:spMkLst>
        </pc:spChg>
      </pc:sldChg>
      <pc:sldChg chg="del">
        <pc:chgData name="Yanhai XIONG" userId="f24b499350e904d2" providerId="LiveId" clId="{AC088629-70F1-5C87-944D-0D202749AC90}" dt="2026-07-06T14:44:54.262" v="5" actId="2696"/>
        <pc:sldMkLst>
          <pc:docMk/>
          <pc:sldMk cId="1637109115" sldId="260"/>
        </pc:sldMkLst>
      </pc:sldChg>
      <pc:sldChg chg="addSp delSp new mod">
        <pc:chgData name="Yanhai XIONG" userId="f24b499350e904d2" providerId="LiveId" clId="{AC088629-70F1-5C87-944D-0D202749AC90}" dt="2026-07-06T14:47:14.620" v="33" actId="22"/>
        <pc:sldMkLst>
          <pc:docMk/>
          <pc:sldMk cId="2662942829" sldId="260"/>
        </pc:sldMkLst>
        <pc:spChg chg="del">
          <ac:chgData name="Yanhai XIONG" userId="f24b499350e904d2" providerId="LiveId" clId="{AC088629-70F1-5C87-944D-0D202749AC90}" dt="2026-07-06T14:47:13.938" v="32" actId="478"/>
          <ac:spMkLst>
            <pc:docMk/>
            <pc:sldMk cId="2662942829" sldId="260"/>
            <ac:spMk id="2" creationId="{557CE9FB-3C18-FA6D-F459-3751611A5C0D}"/>
          </ac:spMkLst>
        </pc:spChg>
        <pc:spChg chg="del">
          <ac:chgData name="Yanhai XIONG" userId="f24b499350e904d2" providerId="LiveId" clId="{AC088629-70F1-5C87-944D-0D202749AC90}" dt="2026-07-06T14:47:13.938" v="32" actId="478"/>
          <ac:spMkLst>
            <pc:docMk/>
            <pc:sldMk cId="2662942829" sldId="260"/>
            <ac:spMk id="3" creationId="{BA546432-A6A0-051E-1815-FEF6FE9E120C}"/>
          </ac:spMkLst>
        </pc:spChg>
        <pc:spChg chg="add">
          <ac:chgData name="Yanhai XIONG" userId="f24b499350e904d2" providerId="LiveId" clId="{AC088629-70F1-5C87-944D-0D202749AC90}" dt="2026-07-06T14:47:14.620" v="33" actId="22"/>
          <ac:spMkLst>
            <pc:docMk/>
            <pc:sldMk cId="2662942829" sldId="260"/>
            <ac:spMk id="5" creationId="{E0846AF8-B8D4-DA1B-DE53-F0D14C3DAD92}"/>
          </ac:spMkLst>
        </pc:spChg>
      </pc:sldChg>
      <pc:sldChg chg="new del">
        <pc:chgData name="Yanhai XIONG" userId="f24b499350e904d2" providerId="LiveId" clId="{AC088629-70F1-5C87-944D-0D202749AC90}" dt="2026-07-06T14:47:21.913" v="35" actId="680"/>
        <pc:sldMkLst>
          <pc:docMk/>
          <pc:sldMk cId="2127597347" sldId="261"/>
        </pc:sldMkLst>
      </pc:sldChg>
      <pc:sldChg chg="add">
        <pc:chgData name="Yanhai XIONG" userId="f24b499350e904d2" providerId="LiveId" clId="{AC088629-70F1-5C87-944D-0D202749AC90}" dt="2026-07-06T14:47:23.930" v="36"/>
        <pc:sldMkLst>
          <pc:docMk/>
          <pc:sldMk cId="251548959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E4798-33C2-F142-9124-DC0556E6F1A7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0875E4-0C63-8906-78F4-6667F51A2AE5}"/>
              </a:ext>
            </a:extLst>
          </p:cNvPr>
          <p:cNvSpPr txBox="1"/>
          <p:nvPr/>
        </p:nvSpPr>
        <p:spPr>
          <a:xfrm>
            <a:off x="1162050" y="1158002"/>
            <a:ext cx="3429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天地</a:t>
            </a:r>
            <a:r>
              <a:rPr lang="zh-CN" altLang="en-US" sz="2800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玄</a:t>
            </a:r>
            <a:r>
              <a:rPr lang="zh-CN" altLang="en-US" sz="2800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黃　宇宙洪荒</a:t>
            </a:r>
            <a:endParaRPr lang="en-US" altLang="zh-CN" sz="2800" b="0" i="0" dirty="0">
              <a:solidFill>
                <a:srgbClr val="202122"/>
              </a:solidFill>
              <a:effectLst/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r>
              <a:rPr lang="zh-CN" altLang="en-US" sz="2800" b="0" i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日月</a:t>
            </a:r>
            <a:r>
              <a:rPr lang="zh-CN" altLang="en-US" sz="2800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盈昃　辰宿列張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122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6C52-2B4F-92FA-FB13-E1BA17A5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A141E9-F9FB-4EDE-E196-D5D83B612F79}"/>
              </a:ext>
            </a:extLst>
          </p:cNvPr>
          <p:cNvSpPr txBox="1"/>
          <p:nvPr/>
        </p:nvSpPr>
        <p:spPr>
          <a:xfrm>
            <a:off x="1981200" y="376952"/>
            <a:ext cx="3429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天地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玄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黃　宇宙洪荒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日月盈昃　辰宿列張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寒來暑往　秋收冬藏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閏餘成歲　律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召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調陽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雲騰致雨　露結爲霜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金生麗水　玉出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崐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崗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劍號巨闕　珠稱夜光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菓珎李柰　菜重芥薑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海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鹹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河淡　鱗潛羽翔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龍師火帝　鳥官人皇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始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制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文字　乃服衣裳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推位讓國　有虞陶唐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弔民伐罪　周發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殷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湯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坐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朝問道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垂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拱平章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愛育黎首　臣伏戎羌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遐迩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壹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體　率賓歸王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鳴鳳在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樹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白駒食場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化被草木　賴及萬方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盖此身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髮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四大五常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恭惟鞠養　豈敢毀傷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女慕貞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絜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男效才良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知過必改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得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能莫忘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罔談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彼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短　靡恃己長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信使可覆　器欲難量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墨悲絲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淬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詩讚羔羊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景行維賢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念作聖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德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建名立　形端表正</a:t>
            </a: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48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AFB9AE-501C-EC2C-E8AA-B49CD9C7E0D5}"/>
              </a:ext>
            </a:extLst>
          </p:cNvPr>
          <p:cNvSpPr txBox="1"/>
          <p:nvPr/>
        </p:nvSpPr>
        <p:spPr>
          <a:xfrm>
            <a:off x="1714500" y="554087"/>
            <a:ext cx="3429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空谷傳聲　虛堂習聽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禍因惡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積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福緣善慶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尺璧非寶　寸陰是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竸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資父事君　曰嚴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與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敬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孝當竭力　忠則盡命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臨深履薄　夙興溫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清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似蘭斯馨　如松之盛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川流不息　淵澄取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暎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容止若思　言辭安定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篤初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誠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美　慎終宜令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榮業所基　籍甚無竟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學優登仕　攝職從政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存以甘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棠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去而益詠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樂殊貴賤　禮別尊卑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上和下睦　夫唱婦随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外受傅訓　入奉母儀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諸姑伯叔　猶子比兒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孔懷兄弟　同氣連枝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交友投分　切磨箴規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仁慈隱惻　造次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弗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離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節義廉退　顛沛匪虧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性靜情逸　心動神疲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守眞志滿　逐物意移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堅持雅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撡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好爵自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縻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都邑華夏　東西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二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京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背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芒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面洛　浮渭據涇</a:t>
            </a: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21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BF63D9-AD27-A14C-A30F-6F2ACA38CDF5}"/>
              </a:ext>
            </a:extLst>
          </p:cNvPr>
          <p:cNvSpPr txBox="1"/>
          <p:nvPr/>
        </p:nvSpPr>
        <p:spPr>
          <a:xfrm>
            <a:off x="1714500" y="345073"/>
            <a:ext cx="3429000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宮殿盤鬱　樓觀飛驚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圖寫禽獸　畫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綵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仙靈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丙舍傍啟　甲帳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對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楹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肆筵設席　鼓瑟吹笙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升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階納陛　弁轉疑星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右通廣內　左達承明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既集墳典　亦聚羣英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杜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稾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鍾隸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漆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書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壁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經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府羅將相　路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俠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槐卿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戶封八縣　家給千兵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高冠陪輦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驅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轂振纓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世祿侈富　車駕肥輕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策功茂實　勒碑刻銘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磻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溪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伊尹　佐時阿衡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奄宅曲阜　微旦孰營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桓公匡合　濟弱扶傾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綺廻漢惠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說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感武丁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俊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乂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密勿　多士寔寧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晉楚更霸　趙魏困橫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假途滅虢　踐土會盟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何遵約法　韓弊煩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刑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起翦頗牧　用軍最精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宣威沙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漠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馳譽丹青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九州禹跡　百郡秦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并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嶽宗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恆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岱　禪主云亭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雁門紫塞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雞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田赤城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昆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池碣石　鉅野洞庭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曠遠緜邈　巖岫杳冥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治本於農　務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茲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稼穡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俶載南畝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我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藝黍稷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稅熟貢新　勸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賞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黜陟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孟軻敦素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史魚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秉直</a:t>
            </a: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94958C-19A4-1652-1A95-6D1B1D1537A3}"/>
              </a:ext>
            </a:extLst>
          </p:cNvPr>
          <p:cNvSpPr txBox="1"/>
          <p:nvPr/>
        </p:nvSpPr>
        <p:spPr>
          <a:xfrm>
            <a:off x="1714500" y="452706"/>
            <a:ext cx="3429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庶幾中庸　勞謙謹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勑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聆音察理　鑑貌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辯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色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貽厥嘉猷　勉其祗植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省躬譏誡　寵增抗極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殆辱近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恥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林睾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幸即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兩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䟽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見機　解組誰逼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索居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閑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處　沈默寂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寥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求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古尋論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散慮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逍遙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欣奏累遣　慼謝歡招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渠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荷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的歷　園莽抽條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枇杷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晚翠　梧桐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早雕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陳根委翳　落葉飄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颻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游鵾獨運　凌摩絳霄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耽讀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翫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市　寓目囊箱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易輶攸畏　屬耳垣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𡓜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具膳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飡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飯　適口充腸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飽飫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享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宰　飢厭糟糠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親戚故舊　老少異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粮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妾御績紡　侍巾帷房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紈扇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員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潔　銀燭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煌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晝眠夕寐　籃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象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床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絃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歌酒讌　接杯舉觴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矯手頓足　悅豫且康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嫡後嗣續　祭祀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烝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嘗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稽顙再拜　悚懼恐惶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牒簡要　顧答審詳</a:t>
            </a: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84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846AF8-B8D4-DA1B-DE53-F0D14C3DAD92}"/>
              </a:ext>
            </a:extLst>
          </p:cNvPr>
          <p:cNvSpPr txBox="1"/>
          <p:nvPr/>
        </p:nvSpPr>
        <p:spPr>
          <a:xfrm>
            <a:off x="1714500" y="2967841"/>
            <a:ext cx="3429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骸垢想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浴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　執熱願涼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驢騾犢特　駭躍超驤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誅斬賊盜　捕獲叛亡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布射遼丸　嵇琴阮嘯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恬筆倫紙　鈞巧任釣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釋紛利俗　並皆佳妙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毛施淑姿　工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嚬研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笑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年矢每催　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羲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暉朗</a:t>
            </a: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曜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璇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璣懸斡　晦魄環照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指薪脩祜　永綏吉劭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矩步引領　俯仰廊廟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束帶矜莊　徘徊瞻眺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孤陋寡聞　愚蒙等誚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02122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rPr>
              <a:t>謂語助者　焉哉乎也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4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1038</Words>
  <Application>Microsoft Macintosh PowerPoint</Application>
  <PresentationFormat>A4 Paper (210x297 mm)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Kaiti SC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12</cp:revision>
  <cp:lastPrinted>2026-06-15T16:26:42Z</cp:lastPrinted>
  <dcterms:created xsi:type="dcterms:W3CDTF">2026-06-12T15:09:22Z</dcterms:created>
  <dcterms:modified xsi:type="dcterms:W3CDTF">2026-07-06T14:48:11Z</dcterms:modified>
</cp:coreProperties>
</file>