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01"/>
    <p:restoredTop sz="94759"/>
  </p:normalViewPr>
  <p:slideViewPr>
    <p:cSldViewPr snapToGrid="0">
      <p:cViewPr>
        <p:scale>
          <a:sx n="117" d="100"/>
          <a:sy n="117" d="100"/>
        </p:scale>
        <p:origin x="1688" y="-2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86A2A-BE62-AB43-94EF-F51AF743023C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E14A6-3136-A54B-9680-DFBFEBB4D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609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6B0DD-2D4C-4B45-AA6A-0D951211BDF3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04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D93A-C591-6D48-9EFD-64E27919EB3F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15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0493-6C87-224B-8C99-8368654CC8B6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E8340-3790-1942-A0FA-7201F7F586D5}" type="datetime1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33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263FF-4146-C34E-B775-AC352D11AD86}" type="datetime1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39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7794F-29B5-7E4D-93D7-E80121BB58A1}" type="datetime1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01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607A4-AC09-AA4E-A466-0421464A85AD}" type="datetime1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8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F0406-1B49-B14F-9BC6-B5CF2A4EA9B6}" type="datetime1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35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02163-BFEB-D04D-9C32-DAD0F5CFC05C}" type="datetime1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6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EE420-6119-6443-90B0-90AD8B0556C9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62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3ABDA-E92C-F44A-9CD7-210F25D72F8A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12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EC070-D1B1-3F44-BB87-705FB4F5BE3C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D832ED-A86D-FA65-B11A-17D4CDBBD701}"/>
              </a:ext>
            </a:extLst>
          </p:cNvPr>
          <p:cNvSpPr txBox="1"/>
          <p:nvPr userDrawn="1"/>
        </p:nvSpPr>
        <p:spPr>
          <a:xfrm>
            <a:off x="471487" y="9545380"/>
            <a:ext cx="6444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</a:rPr>
              <a:t>自制双语阅读材料，仅供家庭学习使用。部分图片来自原动画截图，版权归原权利人所有。请勿商用。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4E317A-C3A1-6D75-AB80-A67B54BF3CD3}"/>
              </a:ext>
            </a:extLst>
          </p:cNvPr>
          <p:cNvSpPr txBox="1"/>
          <p:nvPr userDrawn="1"/>
        </p:nvSpPr>
        <p:spPr>
          <a:xfrm>
            <a:off x="5939916" y="114399"/>
            <a:ext cx="893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@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一二七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1962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7F4651-52AA-F6AC-E6E8-5E227B122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8" y="418093"/>
            <a:ext cx="5817520" cy="31592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D9FF05-05EE-B534-C56C-926A43EC3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208" y="5926933"/>
            <a:ext cx="2781418" cy="3410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5D1B9C-F793-8F48-9958-3539C3BC0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74" y="3829050"/>
            <a:ext cx="2780658" cy="38033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E3867F-2309-694A-0A22-7FD09CE6A714}"/>
              </a:ext>
            </a:extLst>
          </p:cNvPr>
          <p:cNvSpPr txBox="1"/>
          <p:nvPr/>
        </p:nvSpPr>
        <p:spPr>
          <a:xfrm>
            <a:off x="3518208" y="1543252"/>
            <a:ext cx="3429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   </a:t>
            </a:r>
            <a:r>
              <a:rPr lang="zh-CN" altLang="en-US" sz="3600" b="1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别把喵</a:t>
            </a:r>
            <a:endParaRPr lang="en-US" altLang="zh-CN" sz="3600" b="1" dirty="0">
              <a:ln w="12700" cmpd="sng">
                <a:solidFill>
                  <a:schemeClr val="bg1"/>
                </a:solidFill>
                <a:prstDash val="solid"/>
              </a:ln>
              <a:solidFill>
                <a:schemeClr val="tx2">
                  <a:lumMod val="75000"/>
                  <a:lumOff val="25000"/>
                </a:schemeClr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zh-CN" altLang="en-US" sz="3600" b="1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关门外</a:t>
            </a:r>
            <a:endParaRPr lang="en-US" sz="3600" b="1" dirty="0">
              <a:ln w="12700" cmpd="sng">
                <a:solidFill>
                  <a:schemeClr val="bg1"/>
                </a:solidFill>
                <a:prstDash val="solid"/>
              </a:ln>
              <a:solidFill>
                <a:schemeClr val="tx2">
                  <a:lumMod val="75000"/>
                  <a:lumOff val="25000"/>
                </a:schemeClr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AC234C-C4CE-CD16-DAF0-45C5E083BFA6}"/>
              </a:ext>
            </a:extLst>
          </p:cNvPr>
          <p:cNvSpPr txBox="1"/>
          <p:nvPr/>
        </p:nvSpPr>
        <p:spPr>
          <a:xfrm>
            <a:off x="3339032" y="4234120"/>
            <a:ext cx="3476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小猫</a:t>
            </a:r>
            <a:r>
              <a:rPr lang="zh-CN" altLang="en-US" sz="2400" b="1" dirty="0"/>
              <a:t>跟</a:t>
            </a:r>
            <a:r>
              <a:rPr lang="zh-CN" altLang="en-US" sz="2400" dirty="0"/>
              <a:t>着主人进了房间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C2E02A-8F71-BAEB-B8B4-0F33EFB1A6AE}"/>
              </a:ext>
            </a:extLst>
          </p:cNvPr>
          <p:cNvSpPr txBox="1"/>
          <p:nvPr/>
        </p:nvSpPr>
        <p:spPr>
          <a:xfrm>
            <a:off x="3339032" y="3904924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Abadi" panose="020B0604020104020204" pitchFamily="34" charset="77"/>
              </a:rPr>
              <a:t>xiǎo</a:t>
            </a:r>
            <a:r>
              <a:rPr lang="en-US" sz="1400" dirty="0">
                <a:latin typeface="Abadi" panose="020B0604020104020204" pitchFamily="34" charset="77"/>
              </a:rPr>
              <a:t> </a:t>
            </a:r>
            <a:r>
              <a:rPr lang="en-US" sz="1400" dirty="0" err="1">
                <a:latin typeface="Abadi" panose="020B0604020104020204" pitchFamily="34" charset="77"/>
              </a:rPr>
              <a:t>māo</a:t>
            </a:r>
            <a:r>
              <a:rPr lang="en-US" sz="1400" dirty="0">
                <a:latin typeface="Abadi" panose="020B0604020104020204" pitchFamily="34" charset="77"/>
              </a:rPr>
              <a:t> </a:t>
            </a:r>
            <a:r>
              <a:rPr lang="en-US" sz="1400" dirty="0" err="1">
                <a:latin typeface="Abadi" panose="020B0604020104020204" pitchFamily="34" charset="77"/>
              </a:rPr>
              <a:t>gēn</a:t>
            </a:r>
            <a:r>
              <a:rPr lang="en-US" sz="1400" dirty="0">
                <a:latin typeface="Abadi" panose="020B0604020104020204" pitchFamily="34" charset="77"/>
              </a:rPr>
              <a:t> </a:t>
            </a:r>
            <a:r>
              <a:rPr lang="en-US" sz="1400" dirty="0" err="1">
                <a:latin typeface="Abadi" panose="020B0604020104020204" pitchFamily="34" charset="77"/>
              </a:rPr>
              <a:t>zhe</a:t>
            </a:r>
            <a:r>
              <a:rPr lang="en-US" sz="1400" dirty="0">
                <a:latin typeface="Abadi" panose="020B0604020104020204" pitchFamily="34" charset="77"/>
              </a:rPr>
              <a:t> </a:t>
            </a:r>
            <a:r>
              <a:rPr lang="en-US" sz="1400" dirty="0" err="1">
                <a:latin typeface="Abadi" panose="020B0604020104020204" pitchFamily="34" charset="77"/>
              </a:rPr>
              <a:t>zhǔ</a:t>
            </a:r>
            <a:r>
              <a:rPr lang="en-US" sz="1400" dirty="0">
                <a:latin typeface="Abadi" panose="020B0604020104020204" pitchFamily="34" charset="77"/>
              </a:rPr>
              <a:t> </a:t>
            </a:r>
            <a:r>
              <a:rPr lang="en-US" sz="1400" dirty="0" err="1">
                <a:latin typeface="Abadi" panose="020B0604020104020204" pitchFamily="34" charset="77"/>
              </a:rPr>
              <a:t>rén</a:t>
            </a:r>
            <a:r>
              <a:rPr lang="en-US" sz="1400" dirty="0">
                <a:latin typeface="Abadi" panose="020B0604020104020204" pitchFamily="34" charset="77"/>
              </a:rPr>
              <a:t> </a:t>
            </a:r>
            <a:r>
              <a:rPr lang="en-US" sz="1400" dirty="0" err="1">
                <a:latin typeface="Abadi" panose="020B0604020104020204" pitchFamily="34" charset="77"/>
              </a:rPr>
              <a:t>jìn</a:t>
            </a:r>
            <a:r>
              <a:rPr lang="en-US" sz="1400" dirty="0">
                <a:latin typeface="Abadi" panose="020B0604020104020204" pitchFamily="34" charset="77"/>
              </a:rPr>
              <a:t> le </a:t>
            </a:r>
            <a:r>
              <a:rPr lang="en-US" sz="1400" dirty="0" err="1">
                <a:latin typeface="Abadi" panose="020B0604020104020204" pitchFamily="34" charset="77"/>
              </a:rPr>
              <a:t>fáng</a:t>
            </a:r>
            <a:r>
              <a:rPr lang="en-US" sz="1400" dirty="0">
                <a:latin typeface="Abadi" panose="020B0604020104020204" pitchFamily="34" charset="77"/>
              </a:rPr>
              <a:t> </a:t>
            </a:r>
            <a:r>
              <a:rPr lang="en-US" sz="1400" dirty="0" err="1">
                <a:latin typeface="Abadi" panose="020B0604020104020204" pitchFamily="34" charset="77"/>
              </a:rPr>
              <a:t>jiān</a:t>
            </a:r>
            <a:endParaRPr lang="en-US" sz="1400" dirty="0">
              <a:latin typeface="Abadi" panose="020B0604020104020204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D60E0C-E0F2-27B2-577A-D6364D34F296}"/>
              </a:ext>
            </a:extLst>
          </p:cNvPr>
          <p:cNvSpPr txBox="1"/>
          <p:nvPr/>
        </p:nvSpPr>
        <p:spPr>
          <a:xfrm>
            <a:off x="2843294" y="4896963"/>
            <a:ext cx="2997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77"/>
              </a:rPr>
              <a:t>The cat </a:t>
            </a:r>
            <a:r>
              <a:rPr lang="en-US" b="1" dirty="0">
                <a:latin typeface="Abadi" panose="020B0604020104020204" pitchFamily="34" charset="77"/>
              </a:rPr>
              <a:t>followed</a:t>
            </a:r>
            <a:r>
              <a:rPr lang="en-US" dirty="0">
                <a:latin typeface="Abadi" panose="020B0604020104020204" pitchFamily="34" charset="77"/>
              </a:rPr>
              <a:t> the man into the room.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234A49-57AA-38D0-0545-AAD1387B1536}"/>
              </a:ext>
            </a:extLst>
          </p:cNvPr>
          <p:cNvSpPr txBox="1"/>
          <p:nvPr/>
        </p:nvSpPr>
        <p:spPr>
          <a:xfrm>
            <a:off x="558374" y="8169908"/>
            <a:ext cx="3476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dirty="0"/>
              <a:t>主人把小猫赶出来了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8A0D63-3A9C-EC21-C559-FC139AEA2068}"/>
              </a:ext>
            </a:extLst>
          </p:cNvPr>
          <p:cNvSpPr txBox="1"/>
          <p:nvPr/>
        </p:nvSpPr>
        <p:spPr>
          <a:xfrm>
            <a:off x="558374" y="7862131"/>
            <a:ext cx="3476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Abadi" panose="020B0604020104020204" pitchFamily="34" charset="77"/>
              </a:defRPr>
            </a:lvl1pPr>
          </a:lstStyle>
          <a:p>
            <a:r>
              <a:rPr lang="en-US" dirty="0" err="1"/>
              <a:t>zhǔ</a:t>
            </a:r>
            <a:r>
              <a:rPr lang="en-US" dirty="0"/>
              <a:t> </a:t>
            </a:r>
            <a:r>
              <a:rPr lang="en-US" dirty="0" err="1"/>
              <a:t>rén</a:t>
            </a:r>
            <a:r>
              <a:rPr lang="en-US" dirty="0"/>
              <a:t> </a:t>
            </a:r>
            <a:r>
              <a:rPr lang="en-US" dirty="0" err="1"/>
              <a:t>bǎ</a:t>
            </a:r>
            <a:r>
              <a:rPr lang="en-US" dirty="0"/>
              <a:t> </a:t>
            </a:r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māo</a:t>
            </a:r>
            <a:r>
              <a:rPr lang="en-US" dirty="0"/>
              <a:t> </a:t>
            </a:r>
            <a:r>
              <a:rPr lang="en-US" dirty="0" err="1"/>
              <a:t>gǎn</a:t>
            </a:r>
            <a:r>
              <a:rPr lang="en-US" dirty="0"/>
              <a:t> </a:t>
            </a:r>
            <a:r>
              <a:rPr lang="en-US" dirty="0" err="1"/>
              <a:t>chū</a:t>
            </a:r>
            <a:r>
              <a:rPr lang="en-US" dirty="0"/>
              <a:t> </a:t>
            </a:r>
            <a:r>
              <a:rPr lang="en-US" dirty="0" err="1"/>
              <a:t>lái</a:t>
            </a:r>
            <a:r>
              <a:rPr lang="en-US" dirty="0"/>
              <a:t> 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D9BDEA-EF35-41A6-8C1F-DE294F01D0E6}"/>
              </a:ext>
            </a:extLst>
          </p:cNvPr>
          <p:cNvSpPr txBox="1"/>
          <p:nvPr/>
        </p:nvSpPr>
        <p:spPr>
          <a:xfrm>
            <a:off x="1432293" y="8968498"/>
            <a:ext cx="3476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Abadi" panose="020B0604020104020204" pitchFamily="34" charset="77"/>
              </a:defRPr>
            </a:lvl1pPr>
          </a:lstStyle>
          <a:p>
            <a:r>
              <a:rPr lang="en-US" dirty="0"/>
              <a:t>The man put the cat outside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72DEEBD-CD86-AF94-8589-419645C23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29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7D81AF-EF10-E1D4-016D-4C08184CA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50" y="858286"/>
            <a:ext cx="2794000" cy="39486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46D9B9-0D97-3195-1DE5-3E7A4CD0E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5403896"/>
            <a:ext cx="2794000" cy="39168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726ED4-7599-7E41-D366-862C17CDB9B6}"/>
              </a:ext>
            </a:extLst>
          </p:cNvPr>
          <p:cNvSpPr txBox="1"/>
          <p:nvPr/>
        </p:nvSpPr>
        <p:spPr>
          <a:xfrm>
            <a:off x="3886200" y="2416392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dirty="0"/>
              <a:t>小猫使劲</a:t>
            </a:r>
            <a:r>
              <a:rPr lang="zh-CN" altLang="en-US" b="1" dirty="0"/>
              <a:t>挠</a:t>
            </a:r>
            <a:r>
              <a:rPr lang="zh-CN" altLang="en-US" dirty="0"/>
              <a:t>门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014E69-BDBD-55EC-AC83-3BA795832B1B}"/>
              </a:ext>
            </a:extLst>
          </p:cNvPr>
          <p:cNvSpPr txBox="1"/>
          <p:nvPr/>
        </p:nvSpPr>
        <p:spPr>
          <a:xfrm>
            <a:off x="3886200" y="2107205"/>
            <a:ext cx="3733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Abadi" panose="020B0604020104020204" pitchFamily="34" charset="77"/>
              </a:defRPr>
            </a:lvl1pPr>
          </a:lstStyle>
          <a:p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māo</a:t>
            </a:r>
            <a:r>
              <a:rPr lang="en-US" dirty="0"/>
              <a:t> </a:t>
            </a:r>
            <a:r>
              <a:rPr lang="en-US" dirty="0" err="1"/>
              <a:t>shǐ</a:t>
            </a:r>
            <a:r>
              <a:rPr lang="en-US" dirty="0"/>
              <a:t> </a:t>
            </a:r>
            <a:r>
              <a:rPr lang="en-US" dirty="0" err="1"/>
              <a:t>jìn</a:t>
            </a:r>
            <a:r>
              <a:rPr lang="en-US" dirty="0"/>
              <a:t> </a:t>
            </a:r>
            <a:r>
              <a:rPr lang="en-US" dirty="0" err="1"/>
              <a:t>náo</a:t>
            </a:r>
            <a:r>
              <a:rPr lang="en-US" dirty="0"/>
              <a:t> </a:t>
            </a:r>
            <a:r>
              <a:rPr lang="en-US" dirty="0" err="1"/>
              <a:t>mén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D25ED5-DA48-3AF2-529E-598BCD3FE754}"/>
              </a:ext>
            </a:extLst>
          </p:cNvPr>
          <p:cNvSpPr txBox="1"/>
          <p:nvPr/>
        </p:nvSpPr>
        <p:spPr>
          <a:xfrm>
            <a:off x="3106058" y="4436162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Abadi" panose="020B0604020104020204" pitchFamily="34" charset="77"/>
              </a:defRPr>
            </a:lvl1pPr>
          </a:lstStyle>
          <a:p>
            <a:r>
              <a:rPr lang="en-US" dirty="0"/>
              <a:t>The cat </a:t>
            </a:r>
            <a:r>
              <a:rPr lang="en-US" b="1" dirty="0"/>
              <a:t>scratched</a:t>
            </a:r>
            <a:r>
              <a:rPr lang="en-US" dirty="0"/>
              <a:t> the door hard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4B906F-9184-4BCC-5021-74E3CB5873F5}"/>
              </a:ext>
            </a:extLst>
          </p:cNvPr>
          <p:cNvSpPr txBox="1"/>
          <p:nvPr/>
        </p:nvSpPr>
        <p:spPr>
          <a:xfrm>
            <a:off x="522514" y="6695124"/>
            <a:ext cx="3924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dirty="0"/>
              <a:t>小猫找来拖把</a:t>
            </a:r>
            <a:r>
              <a:rPr lang="zh-CN" altLang="en-US" b="1" dirty="0"/>
              <a:t>敲</a:t>
            </a:r>
            <a:r>
              <a:rPr lang="zh-CN" altLang="en-US" dirty="0"/>
              <a:t>门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0573F1-9508-A580-3264-0D43B012290A}"/>
              </a:ext>
            </a:extLst>
          </p:cNvPr>
          <p:cNvSpPr txBox="1"/>
          <p:nvPr/>
        </p:nvSpPr>
        <p:spPr>
          <a:xfrm>
            <a:off x="446314" y="6387347"/>
            <a:ext cx="392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Abadi" panose="020B0604020104020204" pitchFamily="34" charset="77"/>
              </a:defRPr>
            </a:lvl1pPr>
          </a:lstStyle>
          <a:p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māo</a:t>
            </a:r>
            <a:r>
              <a:rPr lang="en-US" dirty="0"/>
              <a:t> </a:t>
            </a:r>
            <a:r>
              <a:rPr lang="en-US" dirty="0" err="1"/>
              <a:t>zhǎo</a:t>
            </a:r>
            <a:r>
              <a:rPr lang="en-US" dirty="0"/>
              <a:t> </a:t>
            </a:r>
            <a:r>
              <a:rPr lang="en-US" dirty="0" err="1"/>
              <a:t>lái</a:t>
            </a:r>
            <a:r>
              <a:rPr lang="en-US" dirty="0"/>
              <a:t> </a:t>
            </a:r>
            <a:r>
              <a:rPr lang="en-US" dirty="0" err="1"/>
              <a:t>tuō</a:t>
            </a:r>
            <a:r>
              <a:rPr lang="en-US" dirty="0"/>
              <a:t> </a:t>
            </a:r>
            <a:r>
              <a:rPr lang="en-US" dirty="0" err="1"/>
              <a:t>bǎ</a:t>
            </a:r>
            <a:r>
              <a:rPr lang="en-US" dirty="0"/>
              <a:t> </a:t>
            </a:r>
            <a:r>
              <a:rPr lang="en-US" dirty="0" err="1"/>
              <a:t>qiāo</a:t>
            </a:r>
            <a:r>
              <a:rPr lang="en-US" dirty="0"/>
              <a:t> </a:t>
            </a:r>
            <a:r>
              <a:rPr lang="en-US" dirty="0" err="1"/>
              <a:t>mén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D6BF38-D63D-FB8D-1659-F45C40E28CFB}"/>
              </a:ext>
            </a:extLst>
          </p:cNvPr>
          <p:cNvSpPr txBox="1"/>
          <p:nvPr/>
        </p:nvSpPr>
        <p:spPr>
          <a:xfrm>
            <a:off x="1086758" y="8075985"/>
            <a:ext cx="3924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Abadi" panose="020B0604020104020204" pitchFamily="34" charset="77"/>
              </a:defRPr>
            </a:lvl1pPr>
          </a:lstStyle>
          <a:p>
            <a:r>
              <a:rPr lang="en-US" dirty="0"/>
              <a:t>The cat found a </a:t>
            </a:r>
            <a:r>
              <a:rPr lang="en-US" b="1" dirty="0"/>
              <a:t>mop</a:t>
            </a:r>
            <a:r>
              <a:rPr lang="en-US" dirty="0"/>
              <a:t> and </a:t>
            </a:r>
          </a:p>
          <a:p>
            <a:r>
              <a:rPr lang="en-US" b="1" dirty="0"/>
              <a:t>knocked</a:t>
            </a:r>
            <a:r>
              <a:rPr lang="en-US" dirty="0"/>
              <a:t> on the door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CF4A275-BC88-0BC3-4182-16234491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6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6DB34C-8E22-5B11-7589-484029D21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965200"/>
            <a:ext cx="2641600" cy="36014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7BB22F-314B-E55A-46FE-D8BA02194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098" y="5070353"/>
            <a:ext cx="2641601" cy="3870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1C9164-21F6-4484-32BB-0963DBEE14E9}"/>
              </a:ext>
            </a:extLst>
          </p:cNvPr>
          <p:cNvSpPr txBox="1"/>
          <p:nvPr/>
        </p:nvSpPr>
        <p:spPr>
          <a:xfrm>
            <a:off x="3814763" y="1840592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dirty="0"/>
              <a:t>小猫把饭</a:t>
            </a:r>
            <a:r>
              <a:rPr lang="zh-CN" altLang="en-US" b="1" dirty="0"/>
              <a:t>碗</a:t>
            </a:r>
            <a:r>
              <a:rPr lang="zh-CN" altLang="en-US" dirty="0"/>
              <a:t>拖过来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5CC8F1-1E1C-DAF8-B9BB-56238D0D5956}"/>
              </a:ext>
            </a:extLst>
          </p:cNvPr>
          <p:cNvSpPr txBox="1"/>
          <p:nvPr/>
        </p:nvSpPr>
        <p:spPr>
          <a:xfrm>
            <a:off x="3814763" y="1434674"/>
            <a:ext cx="3686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Abadi" panose="020B0604020104020204" pitchFamily="34" charset="77"/>
              </a:defRPr>
            </a:lvl1pPr>
          </a:lstStyle>
          <a:p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māo</a:t>
            </a:r>
            <a:r>
              <a:rPr lang="en-US" dirty="0"/>
              <a:t> </a:t>
            </a:r>
            <a:r>
              <a:rPr lang="en-US" dirty="0" err="1"/>
              <a:t>bǎ</a:t>
            </a:r>
            <a:r>
              <a:rPr lang="en-US" dirty="0"/>
              <a:t> </a:t>
            </a:r>
            <a:r>
              <a:rPr lang="en-US" dirty="0" err="1"/>
              <a:t>fàn</a:t>
            </a:r>
            <a:r>
              <a:rPr lang="en-US" dirty="0"/>
              <a:t> </a:t>
            </a:r>
            <a:r>
              <a:rPr lang="en-US" dirty="0" err="1"/>
              <a:t>wǎn</a:t>
            </a:r>
            <a:r>
              <a:rPr lang="en-US" dirty="0"/>
              <a:t> </a:t>
            </a:r>
            <a:r>
              <a:rPr lang="en-US" dirty="0" err="1"/>
              <a:t>tuō</a:t>
            </a:r>
            <a:r>
              <a:rPr lang="en-US" dirty="0"/>
              <a:t> </a:t>
            </a:r>
            <a:r>
              <a:rPr lang="en-US" dirty="0" err="1"/>
              <a:t>guò</a:t>
            </a:r>
            <a:r>
              <a:rPr lang="en-US" dirty="0"/>
              <a:t> </a:t>
            </a:r>
            <a:r>
              <a:rPr lang="en-US" dirty="0" err="1"/>
              <a:t>lái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92A9D-29B1-FE99-4846-D96B49804B50}"/>
              </a:ext>
            </a:extLst>
          </p:cNvPr>
          <p:cNvSpPr txBox="1"/>
          <p:nvPr/>
        </p:nvSpPr>
        <p:spPr>
          <a:xfrm>
            <a:off x="3186111" y="3234137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Abadi" panose="020B0604020104020204" pitchFamily="34" charset="77"/>
              </a:defRPr>
            </a:lvl1pPr>
          </a:lstStyle>
          <a:p>
            <a:r>
              <a:rPr lang="en-US" dirty="0"/>
              <a:t>The cat </a:t>
            </a:r>
            <a:r>
              <a:rPr lang="en-US" b="1" dirty="0"/>
              <a:t>dragged</a:t>
            </a:r>
            <a:r>
              <a:rPr lang="en-US" dirty="0"/>
              <a:t> its food bowl over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DF0672-2A36-84A0-ACCC-99E55EDC9CE8}"/>
              </a:ext>
            </a:extLst>
          </p:cNvPr>
          <p:cNvSpPr txBox="1"/>
          <p:nvPr/>
        </p:nvSpPr>
        <p:spPr>
          <a:xfrm>
            <a:off x="238124" y="6139724"/>
            <a:ext cx="39147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dirty="0"/>
              <a:t>小猫爬到了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D2804B-FC50-3BEB-E8C4-6479E46E4F16}"/>
              </a:ext>
            </a:extLst>
          </p:cNvPr>
          <p:cNvSpPr txBox="1"/>
          <p:nvPr/>
        </p:nvSpPr>
        <p:spPr>
          <a:xfrm>
            <a:off x="328156" y="5789943"/>
            <a:ext cx="39147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Abadi" panose="020B0604020104020204" pitchFamily="34" charset="77"/>
              </a:defRPr>
            </a:lvl1pPr>
          </a:lstStyle>
          <a:p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māo</a:t>
            </a:r>
            <a:r>
              <a:rPr lang="en-US" dirty="0"/>
              <a:t> </a:t>
            </a:r>
            <a:r>
              <a:rPr lang="en-US" dirty="0" err="1"/>
              <a:t>pá</a:t>
            </a:r>
            <a:r>
              <a:rPr lang="en-US" dirty="0"/>
              <a:t> </a:t>
            </a:r>
            <a:r>
              <a:rPr lang="en-US" dirty="0" err="1"/>
              <a:t>dào</a:t>
            </a:r>
            <a:r>
              <a:rPr lang="en-US" dirty="0"/>
              <a:t> 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B931C8-414B-83C4-A133-D2025563D370}"/>
              </a:ext>
            </a:extLst>
          </p:cNvPr>
          <p:cNvSpPr txBox="1"/>
          <p:nvPr/>
        </p:nvSpPr>
        <p:spPr>
          <a:xfrm>
            <a:off x="488495" y="8437605"/>
            <a:ext cx="3914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Abadi" panose="020B0604020104020204" pitchFamily="34" charset="77"/>
              </a:defRPr>
            </a:lvl1pPr>
          </a:lstStyle>
          <a:p>
            <a:r>
              <a:rPr lang="en-US" dirty="0"/>
              <a:t>The cat climbed up the </a:t>
            </a:r>
            <a:r>
              <a:rPr lang="en-US" b="1" dirty="0"/>
              <a:t>doorframe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325CC5-BF2A-A692-07B5-4EC442959A9F}"/>
              </a:ext>
            </a:extLst>
          </p:cNvPr>
          <p:cNvSpPr txBox="1"/>
          <p:nvPr/>
        </p:nvSpPr>
        <p:spPr>
          <a:xfrm>
            <a:off x="1228724" y="6657526"/>
            <a:ext cx="39147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Abadi" panose="020B0604020104020204" pitchFamily="34" charset="77"/>
              </a:defRPr>
            </a:lvl1pPr>
          </a:lstStyle>
          <a:p>
            <a:r>
              <a:rPr lang="en-US" dirty="0" err="1"/>
              <a:t>mén</a:t>
            </a:r>
            <a:r>
              <a:rPr lang="en-US" dirty="0"/>
              <a:t> </a:t>
            </a:r>
            <a:r>
              <a:rPr lang="en-US" dirty="0" err="1"/>
              <a:t>kuàng</a:t>
            </a:r>
            <a:r>
              <a:rPr lang="en-US" dirty="0"/>
              <a:t> </a:t>
            </a:r>
            <a:r>
              <a:rPr lang="en-US" dirty="0" err="1"/>
              <a:t>shàng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2408C3-DD8C-775E-5B79-F30780425A88}"/>
              </a:ext>
            </a:extLst>
          </p:cNvPr>
          <p:cNvSpPr txBox="1"/>
          <p:nvPr/>
        </p:nvSpPr>
        <p:spPr>
          <a:xfrm>
            <a:off x="1384301" y="6930362"/>
            <a:ext cx="39147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dirty="0"/>
              <a:t>门</a:t>
            </a:r>
            <a:r>
              <a:rPr lang="zh-CN" altLang="en-US" b="1" dirty="0"/>
              <a:t>框</a:t>
            </a:r>
            <a:r>
              <a:rPr lang="zh-CN" altLang="en-US" dirty="0"/>
              <a:t>上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82B3C10-6F66-D6D4-3194-9F7A622B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32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E8F88B-3F77-F504-7802-1800D930C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1" y="1043791"/>
            <a:ext cx="2476500" cy="34199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3C4DFC-35F8-0A19-1A54-B907BC896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732" y="5050971"/>
            <a:ext cx="2945417" cy="3981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A6DF9C-A490-1EDF-4B31-F2854395CBC0}"/>
              </a:ext>
            </a:extLst>
          </p:cNvPr>
          <p:cNvSpPr txBox="1"/>
          <p:nvPr/>
        </p:nvSpPr>
        <p:spPr>
          <a:xfrm>
            <a:off x="3124201" y="1939378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dirty="0"/>
              <a:t>小猫不小心把门把手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A9733-8C34-77DE-DA49-CC355FA1B43F}"/>
              </a:ext>
            </a:extLst>
          </p:cNvPr>
          <p:cNvSpPr txBox="1"/>
          <p:nvPr/>
        </p:nvSpPr>
        <p:spPr>
          <a:xfrm>
            <a:off x="3124201" y="1508914"/>
            <a:ext cx="43433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Abadi" panose="020B0604020104020204" pitchFamily="34" charset="77"/>
              </a:defRPr>
            </a:lvl1pPr>
          </a:lstStyle>
          <a:p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māo</a:t>
            </a:r>
            <a:r>
              <a:rPr lang="en-US" dirty="0"/>
              <a:t> </a:t>
            </a:r>
            <a:r>
              <a:rPr lang="en-US" dirty="0" err="1"/>
              <a:t>bù</a:t>
            </a:r>
            <a:r>
              <a:rPr lang="en-US" dirty="0"/>
              <a:t> </a:t>
            </a:r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xīn</a:t>
            </a:r>
            <a:r>
              <a:rPr lang="en-US" dirty="0"/>
              <a:t> </a:t>
            </a:r>
            <a:r>
              <a:rPr lang="en-US" dirty="0" err="1"/>
              <a:t>bǎ</a:t>
            </a:r>
            <a:r>
              <a:rPr lang="en-US" dirty="0"/>
              <a:t> </a:t>
            </a:r>
            <a:r>
              <a:rPr lang="en-US" dirty="0" err="1"/>
              <a:t>mén</a:t>
            </a:r>
            <a:r>
              <a:rPr lang="en-US" dirty="0"/>
              <a:t> </a:t>
            </a:r>
            <a:r>
              <a:rPr lang="en-US" dirty="0" err="1"/>
              <a:t>bǎ</a:t>
            </a:r>
            <a:r>
              <a:rPr lang="en-US" dirty="0"/>
              <a:t> </a:t>
            </a:r>
            <a:r>
              <a:rPr lang="en-US" dirty="0" err="1"/>
              <a:t>shǒu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EAC922-9BFA-5D5E-A1D3-A745DE4120B3}"/>
              </a:ext>
            </a:extLst>
          </p:cNvPr>
          <p:cNvSpPr txBox="1"/>
          <p:nvPr/>
        </p:nvSpPr>
        <p:spPr>
          <a:xfrm>
            <a:off x="3212646" y="3622982"/>
            <a:ext cx="3752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Abadi" panose="020B0604020104020204" pitchFamily="34" charset="77"/>
              </a:defRPr>
            </a:lvl1pPr>
          </a:lstStyle>
          <a:p>
            <a:r>
              <a:rPr lang="en-US" dirty="0"/>
              <a:t>The cat </a:t>
            </a:r>
            <a:r>
              <a:rPr lang="en-US" b="1" dirty="0"/>
              <a:t>accidentally</a:t>
            </a:r>
            <a:r>
              <a:rPr lang="en-US" dirty="0"/>
              <a:t> pulled</a:t>
            </a:r>
          </a:p>
          <a:p>
            <a:r>
              <a:rPr lang="en-US" dirty="0"/>
              <a:t>the door handle off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1B276F-ACC5-96D8-27F8-C1DC8238EFA6}"/>
              </a:ext>
            </a:extLst>
          </p:cNvPr>
          <p:cNvSpPr txBox="1"/>
          <p:nvPr/>
        </p:nvSpPr>
        <p:spPr>
          <a:xfrm>
            <a:off x="352425" y="6288963"/>
            <a:ext cx="3981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dirty="0"/>
              <a:t>这下主人也出不来啦！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1539D6-0004-D7C9-6609-5B8282DD6250}"/>
              </a:ext>
            </a:extLst>
          </p:cNvPr>
          <p:cNvSpPr txBox="1"/>
          <p:nvPr/>
        </p:nvSpPr>
        <p:spPr>
          <a:xfrm>
            <a:off x="352425" y="5915927"/>
            <a:ext cx="398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Abadi" panose="020B0604020104020204" pitchFamily="34" charset="77"/>
              </a:defRPr>
            </a:lvl1pPr>
          </a:lstStyle>
          <a:p>
            <a:r>
              <a:rPr lang="en-US" dirty="0" err="1"/>
              <a:t>zhè</a:t>
            </a:r>
            <a:r>
              <a:rPr lang="en-US" dirty="0"/>
              <a:t> </a:t>
            </a:r>
            <a:r>
              <a:rPr lang="en-US" dirty="0" err="1"/>
              <a:t>xià</a:t>
            </a:r>
            <a:r>
              <a:rPr lang="en-US" dirty="0"/>
              <a:t> </a:t>
            </a:r>
            <a:r>
              <a:rPr lang="en-US" dirty="0" err="1"/>
              <a:t>zhǔ</a:t>
            </a:r>
            <a:r>
              <a:rPr lang="en-US" dirty="0"/>
              <a:t> </a:t>
            </a:r>
            <a:r>
              <a:rPr lang="en-US" dirty="0" err="1"/>
              <a:t>rén</a:t>
            </a:r>
            <a:r>
              <a:rPr lang="en-US" dirty="0"/>
              <a:t> </a:t>
            </a:r>
            <a:r>
              <a:rPr lang="en-US" dirty="0" err="1"/>
              <a:t>yě</a:t>
            </a:r>
            <a:r>
              <a:rPr lang="en-US" dirty="0"/>
              <a:t> </a:t>
            </a:r>
            <a:r>
              <a:rPr lang="en-US" dirty="0" err="1"/>
              <a:t>chū</a:t>
            </a:r>
            <a:r>
              <a:rPr lang="en-US" dirty="0"/>
              <a:t> </a:t>
            </a:r>
            <a:r>
              <a:rPr lang="en-US" dirty="0" err="1"/>
              <a:t>bù</a:t>
            </a:r>
            <a:r>
              <a:rPr lang="en-US" dirty="0"/>
              <a:t> </a:t>
            </a:r>
            <a:r>
              <a:rPr lang="en-US" dirty="0" err="1"/>
              <a:t>lái</a:t>
            </a:r>
            <a:r>
              <a:rPr lang="en-US" dirty="0"/>
              <a:t> la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A71CBF-56DC-58DE-BF41-5668EC53283E}"/>
              </a:ext>
            </a:extLst>
          </p:cNvPr>
          <p:cNvSpPr txBox="1"/>
          <p:nvPr/>
        </p:nvSpPr>
        <p:spPr>
          <a:xfrm>
            <a:off x="444990" y="8575871"/>
            <a:ext cx="398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Abadi" panose="020B0604020104020204" pitchFamily="34" charset="77"/>
              </a:defRPr>
            </a:lvl1pPr>
          </a:lstStyle>
          <a:p>
            <a:r>
              <a:rPr lang="en-US" dirty="0"/>
              <a:t>Now the man cannot get out </a:t>
            </a:r>
            <a:r>
              <a:rPr lang="en-US" b="1" dirty="0"/>
              <a:t>either</a:t>
            </a:r>
            <a:r>
              <a:rPr lang="en-US" dirty="0"/>
              <a:t>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63B185-FC95-52CC-9CF8-EFCAC4FD3DE5}"/>
              </a:ext>
            </a:extLst>
          </p:cNvPr>
          <p:cNvSpPr txBox="1"/>
          <p:nvPr/>
        </p:nvSpPr>
        <p:spPr>
          <a:xfrm>
            <a:off x="4878162" y="2880713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b="1" dirty="0"/>
              <a:t>拽</a:t>
            </a:r>
            <a:r>
              <a:rPr lang="zh-CN" altLang="en-US" dirty="0"/>
              <a:t>下来了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D151D3-679B-C7D5-8AD3-8F2BD0B38475}"/>
              </a:ext>
            </a:extLst>
          </p:cNvPr>
          <p:cNvSpPr txBox="1"/>
          <p:nvPr/>
        </p:nvSpPr>
        <p:spPr>
          <a:xfrm>
            <a:off x="4878162" y="2450249"/>
            <a:ext cx="43433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Abadi" panose="020B0604020104020204" pitchFamily="34" charset="77"/>
              </a:defRPr>
            </a:lvl1pPr>
          </a:lstStyle>
          <a:p>
            <a:r>
              <a:rPr lang="en-US" dirty="0" err="1"/>
              <a:t>zhuài</a:t>
            </a:r>
            <a:r>
              <a:rPr lang="en-US" dirty="0"/>
              <a:t> </a:t>
            </a:r>
            <a:r>
              <a:rPr lang="en-US" dirty="0" err="1"/>
              <a:t>xià</a:t>
            </a:r>
            <a:r>
              <a:rPr lang="en-US" dirty="0"/>
              <a:t> </a:t>
            </a:r>
            <a:r>
              <a:rPr lang="en-US" dirty="0" err="1"/>
              <a:t>lái</a:t>
            </a:r>
            <a:r>
              <a:rPr lang="en-US" dirty="0"/>
              <a:t> le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28A9389-D758-4155-4733-69D311C0E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43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1407</TotalTime>
  <Words>197</Words>
  <Application>Microsoft Macintosh PowerPoint</Application>
  <PresentationFormat>A4 Paper (210x297 mm)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等线 Light</vt:lpstr>
      <vt:lpstr>Abadi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Yanhai XIONG</dc:creator>
  <cp:lastModifiedBy>Yanhai XIONG</cp:lastModifiedBy>
  <cp:revision>18</cp:revision>
  <cp:lastPrinted>2026-07-09T18:30:16Z</cp:lastPrinted>
  <dcterms:created xsi:type="dcterms:W3CDTF">2026-06-12T15:09:22Z</dcterms:created>
  <dcterms:modified xsi:type="dcterms:W3CDTF">2026-07-10T14:30:18Z</dcterms:modified>
</cp:coreProperties>
</file>