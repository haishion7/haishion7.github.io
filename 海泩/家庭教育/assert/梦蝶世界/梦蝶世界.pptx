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72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1" r:id="rId6"/>
    <p:sldId id="262" r:id="rId7"/>
    <p:sldId id="263" r:id="rId8"/>
    <p:sldId id="264" r:id="rId9"/>
    <p:sldId id="265" r:id="rId10"/>
    <p:sldId id="268" r:id="rId11"/>
    <p:sldId id="270" r:id="rId12"/>
  </p:sldIdLst>
  <p:sldSz cx="6858000" cy="9906000" type="A4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001" id="{E15D5170-F656-6444-8415-E786FCC7354A}">
          <p14:sldIdLst>
            <p14:sldId id="256"/>
            <p14:sldId id="257"/>
            <p14:sldId id="258"/>
            <p14:sldId id="259"/>
            <p14:sldId id="261"/>
          </p14:sldIdLst>
        </p14:section>
        <p14:section name="002" id="{BCC6443D-D4AB-D244-932F-DEBB5FDC9FFC}">
          <p14:sldIdLst>
            <p14:sldId id="262"/>
            <p14:sldId id="263"/>
            <p14:sldId id="264"/>
            <p14:sldId id="265"/>
            <p14:sldId id="268"/>
            <p14:sldId id="270"/>
          </p14:sldIdLst>
        </p14:section>
        <p14:section name="003" id="{B3028E65-5B33-0542-8846-85ED323B013A}">
          <p14:sldIdLst/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C083E6E3-FA7D-4D7B-A595-EF9225AFEA82}" styleName="Light Style 1 - Accent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8799B23B-EC83-4686-B30A-512413B5E67A}" styleName="Light Style 3 - Accent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D27102A9-8310-4765-A935-A1911B00CA55}" styleName="Light Style 1 - Accent 4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68D230F3-CF80-4859-8CE7-A43EE81993B5}" styleName="Light Style 1 - Accent 6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32764"/>
    <p:restoredTop sz="94693"/>
  </p:normalViewPr>
  <p:slideViewPr>
    <p:cSldViewPr snapToGrid="0">
      <p:cViewPr>
        <p:scale>
          <a:sx n="90" d="100"/>
          <a:sy n="90" d="100"/>
        </p:scale>
        <p:origin x="496" y="-112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6686A2A-BE62-AB43-94EF-F51AF743023C}" type="datetimeFigureOut">
              <a:rPr lang="en-US" smtClean="0"/>
              <a:t>7/21/26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360613" y="1143000"/>
            <a:ext cx="213677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80E14A6-3136-A54B-9680-DFBFEBB4D3F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460984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1621191"/>
            <a:ext cx="5829300" cy="3448756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57250" y="5202944"/>
            <a:ext cx="5143500" cy="2391656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93F790-8D1A-C54F-838C-C31BCA2FF5C0}" type="datetime1">
              <a:rPr lang="en-US" smtClean="0"/>
              <a:t>7/21/26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D18141-EABD-1941-A9BC-32C3BC21E60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204244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683A54-E7E3-4E45-8045-AF55A11D69BB}" type="datetime1">
              <a:rPr lang="en-US" smtClean="0"/>
              <a:t>7/21/26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D18141-EABD-1941-A9BC-32C3BC21E60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471569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7916" y="2469624"/>
            <a:ext cx="5915025" cy="4120620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7916" y="6629226"/>
            <a:ext cx="5915025" cy="2166937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82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82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833D12-D64C-C84A-9583-5185480918C3}" type="datetime1">
              <a:rPr lang="en-US" smtClean="0"/>
              <a:t>7/21/26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D18141-EABD-1941-A9BC-32C3BC21E60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9989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71488" y="2637014"/>
            <a:ext cx="2914650" cy="628526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71863" y="2637014"/>
            <a:ext cx="2914650" cy="628526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E888A3-38BA-3B45-80B5-CF9F4DA30471}" type="datetime1">
              <a:rPr lang="en-US" smtClean="0"/>
              <a:t>7/21/26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D18141-EABD-1941-A9BC-32C3BC21E60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233339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527405"/>
            <a:ext cx="5915025" cy="191470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2381" y="2428347"/>
            <a:ext cx="2901255" cy="119009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2381" y="3618442"/>
            <a:ext cx="2901255" cy="532218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71863" y="2428347"/>
            <a:ext cx="2915543" cy="119009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71863" y="3618442"/>
            <a:ext cx="2915543" cy="532218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76A09D-CF97-1B44-9BB1-67F4CE342C2C}" type="datetime1">
              <a:rPr lang="en-US" smtClean="0"/>
              <a:t>7/21/26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D18141-EABD-1941-A9BC-32C3BC21E60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463992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D89932-69E2-5344-B9CE-47A9E39AEE61}" type="datetime1">
              <a:rPr lang="en-US" smtClean="0"/>
              <a:t>7/21/26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D18141-EABD-1941-A9BC-32C3BC21E60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19013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93EB6D-F02D-F947-8A54-BDDB0E884C9C}" type="datetime1">
              <a:rPr lang="en-US" smtClean="0"/>
              <a:t>7/21/26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D18141-EABD-1941-A9BC-32C3BC21E60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238031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915543" y="1426282"/>
            <a:ext cx="3471863" cy="7039681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1800"/>
            <a:ext cx="2211884" cy="550562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04D8FE-8F35-4549-BB13-1DC9A64B2122}" type="datetime1">
              <a:rPr lang="en-US" smtClean="0"/>
              <a:t>7/21/26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D18141-EABD-1941-A9BC-32C3BC21E60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003518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915543" y="1426282"/>
            <a:ext cx="3471863" cy="7039681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1800"/>
            <a:ext cx="2211884" cy="550562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9D346B-91B6-2A49-8642-544842030CA1}" type="datetime1">
              <a:rPr lang="en-US" smtClean="0"/>
              <a:t>7/21/26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D18141-EABD-1941-A9BC-32C3BC21E60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006084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7628D5-D74B-5F4F-AE98-F8A93963345D}" type="datetime1">
              <a:rPr lang="en-US" smtClean="0"/>
              <a:t>7/21/26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D18141-EABD-1941-A9BC-32C3BC21E60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076231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07757" y="527403"/>
            <a:ext cx="1478756" cy="8394877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71488" y="527403"/>
            <a:ext cx="4350544" cy="8394877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C08E7C-6654-7F4A-AF90-E5881BAD9A8B}" type="datetime1">
              <a:rPr lang="en-US" smtClean="0"/>
              <a:t>7/21/26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D18141-EABD-1941-A9BC-32C3BC21E60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161206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71488" y="527405"/>
            <a:ext cx="5915025" cy="191470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1488" y="2637014"/>
            <a:ext cx="5915025" cy="628526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71487" y="9181397"/>
            <a:ext cx="154305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E116D28-372E-CF43-BDB1-0577C0D21EDE}" type="datetime1">
              <a:rPr lang="en-US" smtClean="0"/>
              <a:t>7/21/26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9D18141-EABD-1941-A9BC-32C3BC21E60E}" type="slidenum">
              <a:rPr lang="en-US" smtClean="0"/>
              <a:t>‹#›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6D832ED-A86D-FA65-B11A-17D4CDBBD701}"/>
              </a:ext>
            </a:extLst>
          </p:cNvPr>
          <p:cNvSpPr txBox="1"/>
          <p:nvPr userDrawn="1"/>
        </p:nvSpPr>
        <p:spPr>
          <a:xfrm>
            <a:off x="471487" y="9545380"/>
            <a:ext cx="644434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000" dirty="0">
                <a:solidFill>
                  <a:schemeClr val="bg1">
                    <a:lumMod val="50000"/>
                  </a:schemeClr>
                </a:solidFill>
                <a:latin typeface="STKaiti" panose="02010600040101010101" pitchFamily="2" charset="-122"/>
                <a:ea typeface="STKaiti" panose="02010600040101010101" pitchFamily="2" charset="-122"/>
              </a:rPr>
              <a:t>自制双语阅读材料，仅供家庭学习使用。请勿商用。</a:t>
            </a:r>
            <a:endParaRPr lang="en-US" sz="1000" dirty="0">
              <a:solidFill>
                <a:schemeClr val="bg1">
                  <a:lumMod val="50000"/>
                </a:schemeClr>
              </a:solidFill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E4E317A-C3A1-6D75-AB80-A67B54BF3CD3}"/>
              </a:ext>
            </a:extLst>
          </p:cNvPr>
          <p:cNvSpPr txBox="1"/>
          <p:nvPr userDrawn="1"/>
        </p:nvSpPr>
        <p:spPr>
          <a:xfrm>
            <a:off x="5939916" y="114399"/>
            <a:ext cx="71365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 dirty="0">
                <a:solidFill>
                  <a:schemeClr val="bg1">
                    <a:lumMod val="50000"/>
                  </a:schemeClr>
                </a:solidFill>
                <a:latin typeface="STKaiti" panose="02010600040101010101" pitchFamily="2" charset="-122"/>
                <a:ea typeface="STKaiti" panose="02010600040101010101" pitchFamily="2" charset="-122"/>
              </a:rPr>
              <a:t>@</a:t>
            </a:r>
            <a:r>
              <a:rPr lang="zh-CN" altLang="en-US" sz="1400" dirty="0">
                <a:solidFill>
                  <a:schemeClr val="bg1">
                    <a:lumMod val="50000"/>
                  </a:schemeClr>
                </a:solidFill>
                <a:latin typeface="STKaiti" panose="02010600040101010101" pitchFamily="2" charset="-122"/>
                <a:ea typeface="STKaiti" panose="02010600040101010101" pitchFamily="2" charset="-122"/>
              </a:rPr>
              <a:t>海泩</a:t>
            </a:r>
            <a:endParaRPr lang="en-US" sz="1400" dirty="0">
              <a:solidFill>
                <a:schemeClr val="bg1">
                  <a:lumMod val="50000"/>
                </a:schemeClr>
              </a:solidFill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91962790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hf hdr="0" ftr="0" dt="0"/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microsoft.com/office/2007/relationships/hdphoto" Target="../media/hdphoto1.wdp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E65BFA9-2607-BC0B-12F1-EA1083DECEDE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70000"/>
          </a:blip>
          <a:stretch>
            <a:fillRect/>
          </a:stretch>
        </p:blipFill>
        <p:spPr>
          <a:xfrm>
            <a:off x="1210789" y="6138609"/>
            <a:ext cx="4866316" cy="2603353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3DD0CB86-C3DF-5569-1D53-2151145F2AFA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70000"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harpenSoften amount="-25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249382" y="958507"/>
            <a:ext cx="4588897" cy="3516168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7FE3867F-2309-694A-0A22-7FD09CE6A714}"/>
              </a:ext>
            </a:extLst>
          </p:cNvPr>
          <p:cNvSpPr txBox="1"/>
          <p:nvPr/>
        </p:nvSpPr>
        <p:spPr>
          <a:xfrm>
            <a:off x="317808" y="272851"/>
            <a:ext cx="34290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>
              <a:defRPr sz="3600" b="1">
                <a:ln w="12700" cmpd="sng">
                  <a:noFill/>
                  <a:prstDash val="solid"/>
                </a:ln>
                <a:solidFill>
                  <a:schemeClr val="tx2">
                    <a:lumMod val="75000"/>
                    <a:lumOff val="25000"/>
                  </a:schemeClr>
                </a:solidFill>
                <a:effectLst/>
                <a:latin typeface="STKaiti" panose="02010600040101010101" pitchFamily="2" charset="-122"/>
                <a:ea typeface="STKaiti" panose="02010600040101010101" pitchFamily="2" charset="-122"/>
              </a:defRPr>
            </a:lvl1pPr>
          </a:lstStyle>
          <a:p>
            <a:r>
              <a:rPr lang="zh-CN" altLang="en-US" dirty="0"/>
              <a:t>梦蝶世界</a:t>
            </a:r>
            <a:r>
              <a:rPr lang="en-US" altLang="zh-CN" dirty="0"/>
              <a:t>(1)</a:t>
            </a:r>
            <a:endParaRPr 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2AC234C-C4CE-CD16-DAF0-45C5E083BFA6}"/>
              </a:ext>
            </a:extLst>
          </p:cNvPr>
          <p:cNvSpPr txBox="1"/>
          <p:nvPr/>
        </p:nvSpPr>
        <p:spPr>
          <a:xfrm>
            <a:off x="2458039" y="2198908"/>
            <a:ext cx="4998379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2000" dirty="0">
                <a:latin typeface="STKaiti" panose="02010600040101010101" pitchFamily="2" charset="-122"/>
                <a:ea typeface="STKaiti" panose="02010600040101010101" pitchFamily="2" charset="-122"/>
              </a:rPr>
              <a:t>有一天，皮皮和爸爸在</a:t>
            </a:r>
            <a:r>
              <a:rPr lang="zh-CN" altLang="en-US" sz="2000" b="1" dirty="0">
                <a:latin typeface="STKaiti" panose="02010600040101010101" pitchFamily="2" charset="-122"/>
                <a:ea typeface="STKaiti" panose="02010600040101010101" pitchFamily="2" charset="-122"/>
              </a:rPr>
              <a:t>树荫</a:t>
            </a:r>
            <a:r>
              <a:rPr lang="zh-CN" altLang="en-US" sz="2000" dirty="0">
                <a:latin typeface="STKaiti" panose="02010600040101010101" pitchFamily="2" charset="-122"/>
                <a:ea typeface="STKaiti" panose="02010600040101010101" pitchFamily="2" charset="-122"/>
              </a:rPr>
              <a:t>下</a:t>
            </a:r>
            <a:r>
              <a:rPr lang="zh-CN" altLang="en-US" sz="2000" b="1" dirty="0">
                <a:latin typeface="STKaiti" panose="02010600040101010101" pitchFamily="2" charset="-122"/>
                <a:ea typeface="STKaiti" panose="02010600040101010101" pitchFamily="2" charset="-122"/>
              </a:rPr>
              <a:t>赛跑</a:t>
            </a:r>
            <a:endParaRPr lang="en-US" sz="2000" b="1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3C2E02A-8F71-BAEB-B8B4-0F33EFB1A6AE}"/>
              </a:ext>
            </a:extLst>
          </p:cNvPr>
          <p:cNvSpPr txBox="1"/>
          <p:nvPr/>
        </p:nvSpPr>
        <p:spPr>
          <a:xfrm>
            <a:off x="2598663" y="1924503"/>
            <a:ext cx="4562362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500" dirty="0">
                <a:latin typeface="Arial" panose="020B0604020202020204" pitchFamily="34" charset="0"/>
                <a:cs typeface="Arial" panose="020B0604020202020204" pitchFamily="34" charset="0"/>
              </a:rPr>
              <a:t>Yǒu </a:t>
            </a:r>
            <a:r>
              <a:rPr lang="en-US" sz="1500" dirty="0" err="1">
                <a:latin typeface="Arial" panose="020B0604020202020204" pitchFamily="34" charset="0"/>
                <a:cs typeface="Arial" panose="020B0604020202020204" pitchFamily="34" charset="0"/>
              </a:rPr>
              <a:t>yì</a:t>
            </a:r>
            <a:r>
              <a:rPr lang="en-US" sz="15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500" dirty="0" err="1">
                <a:latin typeface="Arial" panose="020B0604020202020204" pitchFamily="34" charset="0"/>
                <a:cs typeface="Arial" panose="020B0604020202020204" pitchFamily="34" charset="0"/>
              </a:rPr>
              <a:t>tiān</a:t>
            </a:r>
            <a:r>
              <a:rPr lang="en-US" sz="1500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en-US" sz="1500" dirty="0" err="1">
                <a:latin typeface="Arial" panose="020B0604020202020204" pitchFamily="34" charset="0"/>
                <a:cs typeface="Arial" panose="020B0604020202020204" pitchFamily="34" charset="0"/>
              </a:rPr>
              <a:t>Pípí</a:t>
            </a:r>
            <a:r>
              <a:rPr lang="en-US" sz="15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500" dirty="0" err="1">
                <a:latin typeface="Arial" panose="020B0604020202020204" pitchFamily="34" charset="0"/>
                <a:cs typeface="Arial" panose="020B0604020202020204" pitchFamily="34" charset="0"/>
              </a:rPr>
              <a:t>hé</a:t>
            </a:r>
            <a:r>
              <a:rPr lang="en-US" sz="15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500" dirty="0" err="1">
                <a:latin typeface="Arial" panose="020B0604020202020204" pitchFamily="34" charset="0"/>
                <a:cs typeface="Arial" panose="020B0604020202020204" pitchFamily="34" charset="0"/>
              </a:rPr>
              <a:t>bàba</a:t>
            </a:r>
            <a:r>
              <a:rPr lang="en-US" sz="15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500" dirty="0" err="1">
                <a:latin typeface="Arial" panose="020B0604020202020204" pitchFamily="34" charset="0"/>
                <a:cs typeface="Arial" panose="020B0604020202020204" pitchFamily="34" charset="0"/>
              </a:rPr>
              <a:t>zài</a:t>
            </a:r>
            <a:r>
              <a:rPr lang="en-US" sz="15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500" dirty="0" err="1">
                <a:latin typeface="Arial" panose="020B0604020202020204" pitchFamily="34" charset="0"/>
                <a:cs typeface="Arial" panose="020B0604020202020204" pitchFamily="34" charset="0"/>
              </a:rPr>
              <a:t>shù</a:t>
            </a:r>
            <a:r>
              <a:rPr lang="en-US" sz="15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500" dirty="0" err="1">
                <a:latin typeface="Arial" panose="020B0604020202020204" pitchFamily="34" charset="0"/>
                <a:cs typeface="Arial" panose="020B0604020202020204" pitchFamily="34" charset="0"/>
              </a:rPr>
              <a:t>yīn</a:t>
            </a:r>
            <a:r>
              <a:rPr lang="en-US" sz="15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500" dirty="0" err="1">
                <a:latin typeface="Arial" panose="020B0604020202020204" pitchFamily="34" charset="0"/>
                <a:cs typeface="Arial" panose="020B0604020202020204" pitchFamily="34" charset="0"/>
              </a:rPr>
              <a:t>xià</a:t>
            </a:r>
            <a:r>
              <a:rPr lang="en-US" sz="15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500" dirty="0" err="1">
                <a:latin typeface="Arial" panose="020B0604020202020204" pitchFamily="34" charset="0"/>
                <a:cs typeface="Arial" panose="020B0604020202020204" pitchFamily="34" charset="0"/>
              </a:rPr>
              <a:t>sài</a:t>
            </a:r>
            <a:r>
              <a:rPr lang="en-US" sz="15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500" dirty="0" err="1">
                <a:latin typeface="Arial" panose="020B0604020202020204" pitchFamily="34" charset="0"/>
                <a:cs typeface="Arial" panose="020B0604020202020204" pitchFamily="34" charset="0"/>
              </a:rPr>
              <a:t>pǎo</a:t>
            </a:r>
            <a:endParaRPr lang="en-US" sz="15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3D60E0C-E0F2-27B2-577A-D6364D34F296}"/>
              </a:ext>
            </a:extLst>
          </p:cNvPr>
          <p:cNvSpPr txBox="1"/>
          <p:nvPr/>
        </p:nvSpPr>
        <p:spPr>
          <a:xfrm>
            <a:off x="3458245" y="3312200"/>
            <a:ext cx="299796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Charm" pitchFamily="2" charset="-34"/>
                <a:cs typeface="Charm" pitchFamily="2" charset="-34"/>
              </a:rPr>
              <a:t>One day, Peter raced with Dad under a shady tree.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3234A49-57AA-38D0-0545-AAD1387B1536}"/>
              </a:ext>
            </a:extLst>
          </p:cNvPr>
          <p:cNvSpPr txBox="1"/>
          <p:nvPr/>
        </p:nvSpPr>
        <p:spPr>
          <a:xfrm>
            <a:off x="317808" y="5401648"/>
            <a:ext cx="5953262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>
              <a:defRPr sz="2000">
                <a:latin typeface="STKaiti" panose="02010600040101010101" pitchFamily="2" charset="-122"/>
                <a:ea typeface="STKaiti" panose="02010600040101010101" pitchFamily="2" charset="-122"/>
              </a:defRPr>
            </a:lvl1pPr>
          </a:lstStyle>
          <a:p>
            <a:r>
              <a:rPr lang="zh-CN" altLang="en-US" dirty="0"/>
              <a:t>妈妈一声令下。</a:t>
            </a:r>
            <a:r>
              <a:rPr lang="en-US" altLang="zh-CN" dirty="0"/>
              <a:t>  </a:t>
            </a:r>
            <a:r>
              <a:rPr lang="zh-CN" altLang="en-US" dirty="0"/>
              <a:t>皮皮</a:t>
            </a:r>
            <a:r>
              <a:rPr lang="en-US" altLang="zh-CN" dirty="0"/>
              <a:t> </a:t>
            </a:r>
            <a:r>
              <a:rPr lang="zh-CN" altLang="en-US" dirty="0"/>
              <a:t>像</a:t>
            </a:r>
            <a:r>
              <a:rPr lang="en-US" altLang="zh-CN" dirty="0"/>
              <a:t>  </a:t>
            </a:r>
            <a:r>
              <a:rPr lang="zh-CN" altLang="en-US" dirty="0"/>
              <a:t>火箭</a:t>
            </a:r>
            <a:r>
              <a:rPr lang="en-US" altLang="zh-CN" dirty="0"/>
              <a:t>  </a:t>
            </a:r>
            <a:r>
              <a:rPr lang="zh-CN" altLang="en-US" dirty="0"/>
              <a:t>一样</a:t>
            </a:r>
            <a:r>
              <a:rPr lang="en-US" altLang="zh-CN" dirty="0"/>
              <a:t>   </a:t>
            </a:r>
            <a:r>
              <a:rPr lang="zh-CN" altLang="en-US" dirty="0"/>
              <a:t>冲了</a:t>
            </a:r>
            <a:r>
              <a:rPr lang="en-US" altLang="zh-CN" dirty="0"/>
              <a:t> </a:t>
            </a:r>
            <a:r>
              <a:rPr lang="zh-CN" altLang="en-US" dirty="0"/>
              <a:t>出去！</a:t>
            </a:r>
            <a:endParaRPr lang="en-US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38A0D63-3A9C-EC21-C559-FC139AEA2068}"/>
              </a:ext>
            </a:extLst>
          </p:cNvPr>
          <p:cNvSpPr txBox="1"/>
          <p:nvPr/>
        </p:nvSpPr>
        <p:spPr>
          <a:xfrm>
            <a:off x="317808" y="5039158"/>
            <a:ext cx="5953261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>
              <a:defRPr sz="15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 err="1"/>
              <a:t>Māma</a:t>
            </a:r>
            <a:r>
              <a:rPr lang="en-US" dirty="0"/>
              <a:t> </a:t>
            </a:r>
            <a:r>
              <a:rPr lang="en-US" dirty="0" err="1"/>
              <a:t>yì</a:t>
            </a:r>
            <a:r>
              <a:rPr lang="en-US" dirty="0"/>
              <a:t> </a:t>
            </a:r>
            <a:r>
              <a:rPr lang="en-US" dirty="0" err="1"/>
              <a:t>shēng</a:t>
            </a:r>
            <a:r>
              <a:rPr lang="en-US" dirty="0"/>
              <a:t> </a:t>
            </a:r>
            <a:r>
              <a:rPr lang="en-US" dirty="0" err="1"/>
              <a:t>lìng</a:t>
            </a:r>
            <a:r>
              <a:rPr lang="en-US" dirty="0"/>
              <a:t> </a:t>
            </a:r>
            <a:r>
              <a:rPr lang="en-US" dirty="0" err="1"/>
              <a:t>xià</a:t>
            </a:r>
            <a:r>
              <a:rPr lang="en-US" dirty="0"/>
              <a:t> </a:t>
            </a:r>
            <a:r>
              <a:rPr lang="en-US" dirty="0" err="1"/>
              <a:t>Pípí</a:t>
            </a:r>
            <a:r>
              <a:rPr lang="en-US" dirty="0"/>
              <a:t> </a:t>
            </a:r>
            <a:r>
              <a:rPr lang="en-US" dirty="0" err="1"/>
              <a:t>xiàng</a:t>
            </a:r>
            <a:r>
              <a:rPr lang="en-US" dirty="0"/>
              <a:t> </a:t>
            </a:r>
            <a:r>
              <a:rPr lang="en-US" dirty="0" err="1"/>
              <a:t>huǒ</a:t>
            </a:r>
            <a:r>
              <a:rPr lang="en-US" dirty="0"/>
              <a:t> </a:t>
            </a:r>
            <a:r>
              <a:rPr lang="en-US" dirty="0" err="1"/>
              <a:t>jiàn</a:t>
            </a:r>
            <a:r>
              <a:rPr lang="en-US" dirty="0"/>
              <a:t> </a:t>
            </a:r>
            <a:r>
              <a:rPr lang="en-US" dirty="0" err="1"/>
              <a:t>yí</a:t>
            </a:r>
            <a:r>
              <a:rPr lang="en-US" dirty="0"/>
              <a:t> </a:t>
            </a:r>
            <a:r>
              <a:rPr lang="en-US" dirty="0" err="1"/>
              <a:t>yàng</a:t>
            </a:r>
            <a:r>
              <a:rPr lang="en-US" dirty="0"/>
              <a:t> </a:t>
            </a:r>
            <a:r>
              <a:rPr lang="en-US" dirty="0" err="1"/>
              <a:t>chōng</a:t>
            </a:r>
            <a:r>
              <a:rPr lang="en-US" dirty="0"/>
              <a:t> le </a:t>
            </a:r>
            <a:r>
              <a:rPr lang="en-US" dirty="0" err="1"/>
              <a:t>chū</a:t>
            </a:r>
            <a:r>
              <a:rPr lang="en-US" dirty="0"/>
              <a:t> </a:t>
            </a:r>
            <a:r>
              <a:rPr lang="en-US" dirty="0" err="1"/>
              <a:t>qù</a:t>
            </a:r>
            <a:endParaRPr lang="en-US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38D9BDEA-EF35-41A6-8C1F-DE294F01D0E6}"/>
              </a:ext>
            </a:extLst>
          </p:cNvPr>
          <p:cNvSpPr txBox="1"/>
          <p:nvPr/>
        </p:nvSpPr>
        <p:spPr>
          <a:xfrm>
            <a:off x="471487" y="8947493"/>
            <a:ext cx="579958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>
              <a:defRPr>
                <a:latin typeface="Abadi" panose="020B0604020104020204" pitchFamily="34" charset="77"/>
              </a:defRPr>
            </a:lvl1pPr>
          </a:lstStyle>
          <a:p>
            <a:r>
              <a:rPr lang="en-US" dirty="0">
                <a:latin typeface="Charm" pitchFamily="2" charset="-34"/>
                <a:cs typeface="Charm" pitchFamily="2" charset="-34"/>
              </a:rPr>
              <a:t>“Ready, go!” Mom called.</a:t>
            </a:r>
            <a:r>
              <a:rPr lang="zh-CN" altLang="en-US" dirty="0">
                <a:latin typeface="Charm" pitchFamily="2" charset="-34"/>
                <a:cs typeface="Charm" pitchFamily="2" charset="-34"/>
              </a:rPr>
              <a:t>        </a:t>
            </a:r>
            <a:r>
              <a:rPr lang="en-US" dirty="0">
                <a:latin typeface="Charm" pitchFamily="2" charset="-34"/>
                <a:cs typeface="Charm" pitchFamily="2" charset="-34"/>
              </a:rPr>
              <a:t>Peter shot off like a rocket!</a:t>
            </a:r>
          </a:p>
        </p:txBody>
      </p:sp>
      <p:sp>
        <p:nvSpPr>
          <p:cNvPr id="21" name="Slide Number Placeholder 20">
            <a:extLst>
              <a:ext uri="{FF2B5EF4-FFF2-40B4-BE49-F238E27FC236}">
                <a16:creationId xmlns:a16="http://schemas.microsoft.com/office/drawing/2014/main" id="{972DEEBD-CD86-AF94-8589-419645C23F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D18141-EABD-1941-A9BC-32C3BC21E60E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932977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8610769-CFBD-E84A-E7A8-21DBF683AFA9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85000"/>
          </a:blip>
          <a:stretch>
            <a:fillRect/>
          </a:stretch>
        </p:blipFill>
        <p:spPr>
          <a:xfrm>
            <a:off x="323933" y="4895923"/>
            <a:ext cx="6197600" cy="4064000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103F4574-ED99-0505-2BF1-7A95C2251F81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85000"/>
          </a:blip>
          <a:stretch>
            <a:fillRect/>
          </a:stretch>
        </p:blipFill>
        <p:spPr>
          <a:xfrm>
            <a:off x="397815" y="1544499"/>
            <a:ext cx="3945089" cy="2944313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4A726ED4-7599-7E41-D366-862C17CDB9B6}"/>
              </a:ext>
            </a:extLst>
          </p:cNvPr>
          <p:cNvSpPr txBox="1"/>
          <p:nvPr/>
        </p:nvSpPr>
        <p:spPr>
          <a:xfrm>
            <a:off x="1802080" y="1133042"/>
            <a:ext cx="4792684" cy="1015663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2000">
                <a:latin typeface="STKaiti" panose="02010600040101010101" pitchFamily="2" charset="-122"/>
                <a:ea typeface="STKaiti" panose="02010600040101010101" pitchFamily="2" charset="-122"/>
              </a:defRPr>
            </a:lvl1pPr>
          </a:lstStyle>
          <a:p>
            <a:r>
              <a:rPr lang="zh-CN" altLang="en-US" dirty="0"/>
              <a:t>皮皮跑啊，跑啊。</a:t>
            </a:r>
          </a:p>
          <a:p>
            <a:endParaRPr lang="zh-CN" altLang="en-US" dirty="0"/>
          </a:p>
          <a:p>
            <a:r>
              <a:rPr lang="zh-CN" altLang="en-US" dirty="0"/>
              <a:t>他没有发现，</a:t>
            </a:r>
            <a:r>
              <a:rPr lang="en-US" altLang="zh-CN" dirty="0"/>
              <a:t> </a:t>
            </a:r>
            <a:r>
              <a:rPr lang="zh-CN" altLang="en-US" dirty="0"/>
              <a:t>自己穿  过</a:t>
            </a:r>
            <a:r>
              <a:rPr lang="en-US" altLang="zh-CN" dirty="0"/>
              <a:t> </a:t>
            </a:r>
            <a:r>
              <a:rPr lang="zh-CN" altLang="en-US" dirty="0"/>
              <a:t>了一</a:t>
            </a:r>
            <a:r>
              <a:rPr lang="zh-CN" altLang="en-US" b="1" dirty="0"/>
              <a:t>道</a:t>
            </a:r>
            <a:r>
              <a:rPr lang="en-US" altLang="zh-CN" b="1" dirty="0"/>
              <a:t>  </a:t>
            </a:r>
            <a:r>
              <a:rPr lang="zh-CN" altLang="en-US" dirty="0"/>
              <a:t>光</a:t>
            </a:r>
            <a:r>
              <a:rPr lang="en-US" altLang="zh-CN" dirty="0"/>
              <a:t>  </a:t>
            </a:r>
            <a:r>
              <a:rPr lang="zh-CN" altLang="en-US" b="1" dirty="0"/>
              <a:t>圈</a:t>
            </a:r>
            <a:r>
              <a:rPr lang="zh-CN" altLang="en-US" dirty="0"/>
              <a:t>。</a:t>
            </a:r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9014E69-BDBD-55EC-AC83-3BA795832B1B}"/>
              </a:ext>
            </a:extLst>
          </p:cNvPr>
          <p:cNvSpPr txBox="1"/>
          <p:nvPr/>
        </p:nvSpPr>
        <p:spPr>
          <a:xfrm>
            <a:off x="1802080" y="819839"/>
            <a:ext cx="5137068" cy="1015663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5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 err="1"/>
              <a:t>Pípí</a:t>
            </a:r>
            <a:r>
              <a:rPr lang="en-US" dirty="0"/>
              <a:t> </a:t>
            </a:r>
            <a:r>
              <a:rPr lang="en-US" dirty="0" err="1"/>
              <a:t>pǎo</a:t>
            </a:r>
            <a:r>
              <a:rPr lang="en-US" dirty="0"/>
              <a:t> a </a:t>
            </a:r>
            <a:r>
              <a:rPr lang="en-US" dirty="0" err="1"/>
              <a:t>pǎo</a:t>
            </a:r>
            <a:r>
              <a:rPr lang="en-US" dirty="0"/>
              <a:t> a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 err="1"/>
              <a:t>Tā</a:t>
            </a:r>
            <a:r>
              <a:rPr lang="en-US" dirty="0"/>
              <a:t> </a:t>
            </a:r>
            <a:r>
              <a:rPr lang="en-US" dirty="0" err="1"/>
              <a:t>méi</a:t>
            </a:r>
            <a:r>
              <a:rPr lang="zh-CN" altLang="en-US" dirty="0"/>
              <a:t> </a:t>
            </a:r>
            <a:r>
              <a:rPr lang="en-US" dirty="0" err="1"/>
              <a:t>yǒu</a:t>
            </a:r>
            <a:r>
              <a:rPr lang="en-US" dirty="0"/>
              <a:t> </a:t>
            </a:r>
            <a:r>
              <a:rPr lang="en-US" dirty="0" err="1"/>
              <a:t>fā</a:t>
            </a:r>
            <a:r>
              <a:rPr lang="zh-CN" altLang="en-US" dirty="0"/>
              <a:t> </a:t>
            </a:r>
            <a:r>
              <a:rPr lang="en-US" dirty="0" err="1"/>
              <a:t>xiàn</a:t>
            </a:r>
            <a:r>
              <a:rPr lang="en-US" dirty="0"/>
              <a:t> </a:t>
            </a:r>
            <a:r>
              <a:rPr lang="en-US" dirty="0" err="1"/>
              <a:t>zìjǐ</a:t>
            </a:r>
            <a:r>
              <a:rPr lang="en-US" dirty="0"/>
              <a:t> </a:t>
            </a:r>
            <a:r>
              <a:rPr lang="en-US" dirty="0" err="1"/>
              <a:t>chuān</a:t>
            </a:r>
            <a:r>
              <a:rPr lang="zh-CN" altLang="en-US" dirty="0"/>
              <a:t> </a:t>
            </a:r>
            <a:r>
              <a:rPr lang="en-US" dirty="0" err="1"/>
              <a:t>guò</a:t>
            </a:r>
            <a:r>
              <a:rPr lang="en-US" dirty="0"/>
              <a:t> le </a:t>
            </a:r>
            <a:r>
              <a:rPr lang="en-US" dirty="0" err="1"/>
              <a:t>yí</a:t>
            </a:r>
            <a:r>
              <a:rPr lang="en-US" dirty="0"/>
              <a:t> </a:t>
            </a:r>
            <a:r>
              <a:rPr lang="en-US" dirty="0" err="1"/>
              <a:t>dào</a:t>
            </a:r>
            <a:r>
              <a:rPr lang="en-US" dirty="0"/>
              <a:t> </a:t>
            </a:r>
            <a:r>
              <a:rPr lang="en-US" dirty="0" err="1"/>
              <a:t>guāng</a:t>
            </a:r>
            <a:r>
              <a:rPr lang="en-US" dirty="0"/>
              <a:t> </a:t>
            </a:r>
            <a:r>
              <a:rPr lang="en-US" dirty="0" err="1"/>
              <a:t>quān</a:t>
            </a:r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5D25ED5-DA48-3AF2-529E-598BCD3FE754}"/>
              </a:ext>
            </a:extLst>
          </p:cNvPr>
          <p:cNvSpPr txBox="1"/>
          <p:nvPr/>
        </p:nvSpPr>
        <p:spPr>
          <a:xfrm>
            <a:off x="4370614" y="2477699"/>
            <a:ext cx="2224150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>
              <a:defRPr>
                <a:latin typeface="Charm" pitchFamily="2" charset="-34"/>
                <a:cs typeface="Charm" pitchFamily="2" charset="-34"/>
              </a:defRPr>
            </a:lvl1pPr>
          </a:lstStyle>
          <a:p>
            <a:r>
              <a:rPr lang="en-US" dirty="0"/>
              <a:t>Peter ran and ran.</a:t>
            </a:r>
          </a:p>
          <a:p>
            <a:endParaRPr lang="en-US" dirty="0"/>
          </a:p>
          <a:p>
            <a:r>
              <a:rPr lang="en-US" dirty="0"/>
              <a:t>He did not notice</a:t>
            </a:r>
          </a:p>
          <a:p>
            <a:endParaRPr lang="en-US" dirty="0"/>
          </a:p>
          <a:p>
            <a:r>
              <a:rPr lang="en-US" dirty="0"/>
              <a:t>a glowing portal.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84B906F-9184-4BCC-5021-74E3CB5873F5}"/>
              </a:ext>
            </a:extLst>
          </p:cNvPr>
          <p:cNvSpPr txBox="1"/>
          <p:nvPr/>
        </p:nvSpPr>
        <p:spPr>
          <a:xfrm>
            <a:off x="477920" y="5226874"/>
            <a:ext cx="3924300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>
              <a:defRPr sz="2000">
                <a:latin typeface="STKaiti" panose="02010600040101010101" pitchFamily="2" charset="-122"/>
                <a:ea typeface="STKaiti" panose="02010600040101010101" pitchFamily="2" charset="-122"/>
              </a:defRPr>
            </a:lvl1pPr>
          </a:lstStyle>
          <a:p>
            <a:r>
              <a:rPr lang="zh-CN" altLang="en-US" dirty="0"/>
              <a:t>忽然，四周都变了。</a:t>
            </a:r>
          </a:p>
          <a:p>
            <a:endParaRPr lang="zh-CN" altLang="en-US" dirty="0"/>
          </a:p>
          <a:p>
            <a:endParaRPr lang="en-US" altLang="zh-CN" dirty="0"/>
          </a:p>
          <a:p>
            <a:r>
              <a:rPr lang="zh-CN" altLang="en-US" dirty="0"/>
              <a:t>这里不是公园，是一片大草原！</a:t>
            </a:r>
            <a:endParaRPr lang="en-U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80573F1-9508-A580-3264-0D43B012290A}"/>
              </a:ext>
            </a:extLst>
          </p:cNvPr>
          <p:cNvSpPr txBox="1"/>
          <p:nvPr/>
        </p:nvSpPr>
        <p:spPr>
          <a:xfrm>
            <a:off x="477920" y="4895923"/>
            <a:ext cx="5137068" cy="1246495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>
              <a:defRPr sz="15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 err="1"/>
              <a:t>Hūrán</a:t>
            </a:r>
            <a:r>
              <a:rPr lang="en-US" dirty="0"/>
              <a:t>,</a:t>
            </a:r>
            <a:r>
              <a:rPr lang="zh-CN" altLang="en-US" dirty="0"/>
              <a:t> </a:t>
            </a:r>
            <a:r>
              <a:rPr lang="en-US" altLang="zh-CN" dirty="0" err="1"/>
              <a:t>s</a:t>
            </a:r>
            <a:r>
              <a:rPr lang="en-US" dirty="0" err="1"/>
              <a:t>ì</a:t>
            </a:r>
            <a:r>
              <a:rPr lang="zh-CN" altLang="en-US" dirty="0"/>
              <a:t> </a:t>
            </a:r>
            <a:r>
              <a:rPr lang="en-US" dirty="0" err="1"/>
              <a:t>zhōu</a:t>
            </a:r>
            <a:r>
              <a:rPr lang="en-US" dirty="0"/>
              <a:t> </a:t>
            </a:r>
            <a:r>
              <a:rPr lang="en-US" dirty="0" err="1"/>
              <a:t>dōu</a:t>
            </a:r>
            <a:r>
              <a:rPr lang="en-US" dirty="0"/>
              <a:t> </a:t>
            </a:r>
            <a:r>
              <a:rPr lang="en-US" dirty="0" err="1"/>
              <a:t>biàn</a:t>
            </a:r>
            <a:r>
              <a:rPr lang="en-US" dirty="0"/>
              <a:t> le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 err="1"/>
              <a:t>Zhè</a:t>
            </a:r>
            <a:r>
              <a:rPr lang="zh-CN" altLang="en-US" dirty="0"/>
              <a:t> </a:t>
            </a:r>
            <a:r>
              <a:rPr lang="en-US" dirty="0" err="1"/>
              <a:t>lǐ</a:t>
            </a:r>
            <a:r>
              <a:rPr lang="en-US" dirty="0"/>
              <a:t> </a:t>
            </a:r>
            <a:r>
              <a:rPr lang="en-US" dirty="0" err="1"/>
              <a:t>bú</a:t>
            </a:r>
            <a:r>
              <a:rPr lang="en-US" dirty="0"/>
              <a:t> </a:t>
            </a:r>
            <a:r>
              <a:rPr lang="en-US" dirty="0" err="1"/>
              <a:t>shì</a:t>
            </a:r>
            <a:r>
              <a:rPr lang="en-US" dirty="0"/>
              <a:t> </a:t>
            </a:r>
            <a:r>
              <a:rPr lang="en-US" dirty="0" err="1"/>
              <a:t>gōng</a:t>
            </a:r>
            <a:r>
              <a:rPr lang="zh-CN" altLang="en-US" dirty="0"/>
              <a:t> </a:t>
            </a:r>
            <a:r>
              <a:rPr lang="en-US" dirty="0"/>
              <a:t>yuan </a:t>
            </a:r>
            <a:r>
              <a:rPr lang="en-US" dirty="0" err="1"/>
              <a:t>shì</a:t>
            </a:r>
            <a:r>
              <a:rPr lang="en-US" dirty="0"/>
              <a:t> </a:t>
            </a:r>
            <a:r>
              <a:rPr lang="en-US" dirty="0" err="1"/>
              <a:t>yí</a:t>
            </a:r>
            <a:r>
              <a:rPr lang="en-US" dirty="0"/>
              <a:t> </a:t>
            </a:r>
            <a:r>
              <a:rPr lang="en-US" dirty="0" err="1"/>
              <a:t>piàn</a:t>
            </a:r>
            <a:r>
              <a:rPr lang="en-US" dirty="0"/>
              <a:t> </a:t>
            </a:r>
            <a:r>
              <a:rPr lang="en-US" dirty="0" err="1"/>
              <a:t>dà</a:t>
            </a:r>
            <a:r>
              <a:rPr lang="en-US" dirty="0"/>
              <a:t> </a:t>
            </a:r>
            <a:r>
              <a:rPr lang="en-US" dirty="0" err="1"/>
              <a:t>cǎo</a:t>
            </a:r>
            <a:r>
              <a:rPr lang="zh-CN" altLang="en-US" dirty="0"/>
              <a:t> </a:t>
            </a:r>
            <a:r>
              <a:rPr lang="en-US" dirty="0" err="1"/>
              <a:t>yuán</a:t>
            </a:r>
            <a:endParaRPr lang="en-US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1D6BF38-D63D-FB8D-1659-F45C40E28CFB}"/>
              </a:ext>
            </a:extLst>
          </p:cNvPr>
          <p:cNvSpPr txBox="1"/>
          <p:nvPr/>
        </p:nvSpPr>
        <p:spPr>
          <a:xfrm>
            <a:off x="336467" y="7083314"/>
            <a:ext cx="3924300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>
              <a:defRPr>
                <a:latin typeface="Charm" pitchFamily="2" charset="-34"/>
                <a:cs typeface="Charm" pitchFamily="2" charset="-34"/>
              </a:defRPr>
            </a:lvl1pPr>
          </a:lstStyle>
          <a:p>
            <a:r>
              <a:rPr lang="en-US" dirty="0"/>
              <a:t>Suddenly, everything changed.</a:t>
            </a:r>
          </a:p>
          <a:p>
            <a:endParaRPr lang="en-US" dirty="0"/>
          </a:p>
          <a:p>
            <a:r>
              <a:rPr lang="en-US" dirty="0"/>
              <a:t>This was not the park. </a:t>
            </a:r>
          </a:p>
          <a:p>
            <a:endParaRPr lang="en-US" dirty="0"/>
          </a:p>
          <a:p>
            <a:r>
              <a:rPr lang="en-US" dirty="0"/>
              <a:t>It was a huge grassland!</a:t>
            </a:r>
          </a:p>
        </p:txBody>
      </p:sp>
      <p:sp>
        <p:nvSpPr>
          <p:cNvPr id="18" name="Slide Number Placeholder 17">
            <a:extLst>
              <a:ext uri="{FF2B5EF4-FFF2-40B4-BE49-F238E27FC236}">
                <a16:creationId xmlns:a16="http://schemas.microsoft.com/office/drawing/2014/main" id="{9CF4A275-BC88-0BC3-4182-1623449161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D18141-EABD-1941-A9BC-32C3BC21E60E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126269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62D14349-4236-41D3-C058-669D045B73B3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85000"/>
          </a:blip>
          <a:stretch>
            <a:fillRect/>
          </a:stretch>
        </p:blipFill>
        <p:spPr>
          <a:xfrm>
            <a:off x="471487" y="5638695"/>
            <a:ext cx="3298016" cy="3583971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C71C9164-21F6-4484-32BB-0963DBEE14E9}"/>
              </a:ext>
            </a:extLst>
          </p:cNvPr>
          <p:cNvSpPr txBox="1"/>
          <p:nvPr/>
        </p:nvSpPr>
        <p:spPr>
          <a:xfrm>
            <a:off x="3128963" y="1139996"/>
            <a:ext cx="3429000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>
              <a:defRPr sz="2000">
                <a:latin typeface="STKaiti" panose="02010600040101010101" pitchFamily="2" charset="-122"/>
                <a:ea typeface="STKaiti" panose="02010600040101010101" pitchFamily="2" charset="-122"/>
              </a:defRPr>
            </a:lvl1pPr>
          </a:lstStyle>
          <a:p>
            <a:r>
              <a:rPr lang="zh-CN" altLang="en-US" dirty="0"/>
              <a:t>皮皮左看看，右看看。</a:t>
            </a:r>
          </a:p>
          <a:p>
            <a:endParaRPr lang="zh-CN" altLang="en-US" dirty="0"/>
          </a:p>
          <a:p>
            <a:r>
              <a:rPr lang="zh-CN" altLang="en-US" dirty="0"/>
              <a:t>爸爸妈妈都不见了。</a:t>
            </a:r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C5CC8F1-1E1C-DAF8-B9BB-56238D0D5956}"/>
              </a:ext>
            </a:extLst>
          </p:cNvPr>
          <p:cNvSpPr txBox="1"/>
          <p:nvPr/>
        </p:nvSpPr>
        <p:spPr>
          <a:xfrm>
            <a:off x="3143684" y="809972"/>
            <a:ext cx="3686174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>
              <a:defRPr sz="15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 err="1"/>
              <a:t>Pípí</a:t>
            </a:r>
            <a:r>
              <a:rPr lang="en-US" dirty="0"/>
              <a:t> </a:t>
            </a:r>
            <a:r>
              <a:rPr lang="en-US" dirty="0" err="1"/>
              <a:t>zuǒ</a:t>
            </a:r>
            <a:r>
              <a:rPr lang="en-US" dirty="0"/>
              <a:t> </a:t>
            </a:r>
            <a:r>
              <a:rPr lang="en-US" dirty="0" err="1"/>
              <a:t>kàn</a:t>
            </a:r>
            <a:r>
              <a:rPr lang="en-US" dirty="0"/>
              <a:t> </a:t>
            </a:r>
            <a:r>
              <a:rPr lang="en-US" dirty="0" err="1"/>
              <a:t>kan</a:t>
            </a:r>
            <a:r>
              <a:rPr lang="en-US" dirty="0"/>
              <a:t>, </a:t>
            </a:r>
            <a:r>
              <a:rPr lang="en-US" dirty="0" err="1"/>
              <a:t>yòu</a:t>
            </a:r>
            <a:r>
              <a:rPr lang="en-US" dirty="0"/>
              <a:t> </a:t>
            </a:r>
            <a:r>
              <a:rPr lang="en-US" dirty="0" err="1"/>
              <a:t>kàn</a:t>
            </a:r>
            <a:r>
              <a:rPr lang="en-US" dirty="0"/>
              <a:t> </a:t>
            </a:r>
            <a:r>
              <a:rPr lang="en-US" dirty="0" err="1"/>
              <a:t>kan.</a:t>
            </a:r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 err="1"/>
              <a:t>Bàba</a:t>
            </a:r>
            <a:r>
              <a:rPr lang="en-US" dirty="0"/>
              <a:t> </a:t>
            </a:r>
            <a:r>
              <a:rPr lang="en-US" dirty="0" err="1"/>
              <a:t>māma</a:t>
            </a:r>
            <a:r>
              <a:rPr lang="en-US" dirty="0"/>
              <a:t> </a:t>
            </a:r>
            <a:r>
              <a:rPr lang="en-US" dirty="0" err="1"/>
              <a:t>dōu</a:t>
            </a:r>
            <a:r>
              <a:rPr lang="en-US" dirty="0"/>
              <a:t> </a:t>
            </a:r>
            <a:r>
              <a:rPr lang="en-US" dirty="0" err="1"/>
              <a:t>bú</a:t>
            </a:r>
            <a:r>
              <a:rPr lang="en-US" dirty="0"/>
              <a:t> </a:t>
            </a:r>
            <a:r>
              <a:rPr lang="en-US" dirty="0" err="1"/>
              <a:t>jiàn</a:t>
            </a:r>
            <a:r>
              <a:rPr lang="en-US" dirty="0"/>
              <a:t> le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DF92A9D-29B1-FE99-4846-D96B49804B50}"/>
              </a:ext>
            </a:extLst>
          </p:cNvPr>
          <p:cNvSpPr txBox="1"/>
          <p:nvPr/>
        </p:nvSpPr>
        <p:spPr>
          <a:xfrm>
            <a:off x="4017384" y="2462573"/>
            <a:ext cx="2840616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>
              <a:defRPr>
                <a:latin typeface="Charm" pitchFamily="2" charset="-34"/>
                <a:cs typeface="Charm" pitchFamily="2" charset="-34"/>
              </a:defRPr>
            </a:lvl1pPr>
          </a:lstStyle>
          <a:p>
            <a:r>
              <a:rPr lang="en-US" dirty="0"/>
              <a:t>Peter looked left.</a:t>
            </a:r>
          </a:p>
          <a:p>
            <a:endParaRPr lang="en-US" dirty="0"/>
          </a:p>
          <a:p>
            <a:r>
              <a:rPr lang="en-US" dirty="0"/>
              <a:t>He looked right.</a:t>
            </a:r>
          </a:p>
          <a:p>
            <a:endParaRPr lang="en-US" dirty="0"/>
          </a:p>
          <a:p>
            <a:r>
              <a:rPr lang="en-US" dirty="0"/>
              <a:t>Mom and Dad were gone.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EDF0672-2A36-84A0-ACCC-99E55EDC9CE8}"/>
              </a:ext>
            </a:extLst>
          </p:cNvPr>
          <p:cNvSpPr txBox="1"/>
          <p:nvPr/>
        </p:nvSpPr>
        <p:spPr>
          <a:xfrm>
            <a:off x="488495" y="5153241"/>
            <a:ext cx="3914774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>
              <a:defRPr sz="2000">
                <a:latin typeface="STKaiti" panose="02010600040101010101" pitchFamily="2" charset="-122"/>
                <a:ea typeface="STKaiti" panose="02010600040101010101" pitchFamily="2" charset="-122"/>
              </a:defRPr>
            </a:lvl1pPr>
          </a:lstStyle>
          <a:p>
            <a:r>
              <a:rPr lang="zh-CN" altLang="en-US" dirty="0"/>
              <a:t>忽然，一个声音响起来：</a:t>
            </a:r>
          </a:p>
          <a:p>
            <a:endParaRPr lang="zh-CN" altLang="en-U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DD2804B-FC50-3BEB-E8C4-6479E46E4F16}"/>
              </a:ext>
            </a:extLst>
          </p:cNvPr>
          <p:cNvSpPr txBox="1"/>
          <p:nvPr/>
        </p:nvSpPr>
        <p:spPr>
          <a:xfrm>
            <a:off x="488495" y="4823217"/>
            <a:ext cx="3914774" cy="784830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>
              <a:defRPr sz="15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 err="1"/>
              <a:t>Hū</a:t>
            </a:r>
            <a:r>
              <a:rPr lang="en-US" dirty="0"/>
              <a:t> </a:t>
            </a:r>
            <a:r>
              <a:rPr lang="en-US" dirty="0" err="1"/>
              <a:t>rán</a:t>
            </a:r>
            <a:r>
              <a:rPr lang="en-US" dirty="0"/>
              <a:t>, </a:t>
            </a:r>
            <a:r>
              <a:rPr lang="en-US" dirty="0" err="1"/>
              <a:t>yí</a:t>
            </a:r>
            <a:r>
              <a:rPr lang="en-US" dirty="0"/>
              <a:t> </a:t>
            </a:r>
            <a:r>
              <a:rPr lang="en-US" dirty="0" err="1"/>
              <a:t>ge</a:t>
            </a:r>
            <a:r>
              <a:rPr lang="en-US" dirty="0"/>
              <a:t> sheng </a:t>
            </a:r>
            <a:r>
              <a:rPr lang="en-US" dirty="0" err="1"/>
              <a:t>yīn</a:t>
            </a:r>
            <a:r>
              <a:rPr lang="en-US" dirty="0"/>
              <a:t> </a:t>
            </a:r>
            <a:r>
              <a:rPr lang="en-US" dirty="0" err="1"/>
              <a:t>xiǎng</a:t>
            </a:r>
            <a:r>
              <a:rPr lang="en-US" dirty="0"/>
              <a:t> </a:t>
            </a:r>
            <a:r>
              <a:rPr lang="en-US" dirty="0" err="1"/>
              <a:t>qǐ</a:t>
            </a:r>
            <a:r>
              <a:rPr lang="en-US" dirty="0"/>
              <a:t> lai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9B931C8-414B-83C4-A133-D2025563D370}"/>
              </a:ext>
            </a:extLst>
          </p:cNvPr>
          <p:cNvSpPr txBox="1"/>
          <p:nvPr/>
        </p:nvSpPr>
        <p:spPr>
          <a:xfrm>
            <a:off x="544731" y="5736942"/>
            <a:ext cx="391477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>
              <a:defRPr>
                <a:latin typeface="Charm" pitchFamily="2" charset="-34"/>
                <a:cs typeface="Charm" pitchFamily="2" charset="-34"/>
              </a:defRPr>
            </a:lvl1pPr>
          </a:lstStyle>
          <a:p>
            <a:r>
              <a:rPr lang="en-US" dirty="0"/>
              <a:t>Then a voice said,</a:t>
            </a:r>
          </a:p>
          <a:p>
            <a:endParaRPr lang="en-US" dirty="0"/>
          </a:p>
        </p:txBody>
      </p:sp>
      <p:sp>
        <p:nvSpPr>
          <p:cNvPr id="22" name="Slide Number Placeholder 21">
            <a:extLst>
              <a:ext uri="{FF2B5EF4-FFF2-40B4-BE49-F238E27FC236}">
                <a16:creationId xmlns:a16="http://schemas.microsoft.com/office/drawing/2014/main" id="{082B3C10-6F66-D6D4-3194-9F7A622BAB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D18141-EABD-1941-A9BC-32C3BC21E60E}" type="slidenum">
              <a:rPr lang="en-US" smtClean="0"/>
              <a:t>3</a:t>
            </a:fld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23DDA24-3509-DEDA-537F-128D5DE9B6DC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85000"/>
          </a:blip>
          <a:stretch>
            <a:fillRect/>
          </a:stretch>
        </p:blipFill>
        <p:spPr>
          <a:xfrm>
            <a:off x="436563" y="809972"/>
            <a:ext cx="2692400" cy="3441700"/>
          </a:xfrm>
          <a:prstGeom prst="rect">
            <a:avLst/>
          </a:prstGeom>
        </p:spPr>
      </p:pic>
      <p:grpSp>
        <p:nvGrpSpPr>
          <p:cNvPr id="14" name="Group 13">
            <a:extLst>
              <a:ext uri="{FF2B5EF4-FFF2-40B4-BE49-F238E27FC236}">
                <a16:creationId xmlns:a16="http://schemas.microsoft.com/office/drawing/2014/main" id="{F76B0E96-EEB4-1695-D231-5867E49353EF}"/>
              </a:ext>
            </a:extLst>
          </p:cNvPr>
          <p:cNvGrpSpPr/>
          <p:nvPr/>
        </p:nvGrpSpPr>
        <p:grpSpPr>
          <a:xfrm>
            <a:off x="3102119" y="5348923"/>
            <a:ext cx="3914774" cy="1489156"/>
            <a:chOff x="1471613" y="7160751"/>
            <a:chExt cx="3914774" cy="1489156"/>
          </a:xfrm>
        </p:grpSpPr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F8857AC8-DFD4-0BD5-CDBD-FA467EE0B716}"/>
                </a:ext>
              </a:extLst>
            </p:cNvPr>
            <p:cNvSpPr txBox="1"/>
            <p:nvPr/>
          </p:nvSpPr>
          <p:spPr>
            <a:xfrm>
              <a:off x="1471613" y="7865077"/>
              <a:ext cx="3914774" cy="4001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>
              <a:defPPr>
                <a:defRPr lang="en-US"/>
              </a:defPPr>
              <a:lvl1pPr>
                <a:defRPr sz="2000">
                  <a:latin typeface="STKaiti" panose="02010600040101010101" pitchFamily="2" charset="-122"/>
                  <a:ea typeface="STKaiti" panose="02010600040101010101" pitchFamily="2" charset="-122"/>
                </a:defRPr>
              </a:lvl1pPr>
            </a:lstStyle>
            <a:p>
              <a:r>
                <a:rPr lang="en-US" altLang="zh-CN" dirty="0"/>
                <a:t>"</a:t>
              </a:r>
              <a:r>
                <a:rPr lang="zh-CN" altLang="en-US" dirty="0"/>
                <a:t>欢迎来到梦蝶世界！</a:t>
              </a:r>
              <a:r>
                <a:rPr lang="en-US" altLang="zh-CN" dirty="0"/>
                <a:t>"</a:t>
              </a:r>
              <a:endParaRPr lang="en-US" dirty="0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137D7E95-A3A7-C910-7F28-0BFCB1B1E67F}"/>
                </a:ext>
              </a:extLst>
            </p:cNvPr>
            <p:cNvSpPr txBox="1"/>
            <p:nvPr/>
          </p:nvSpPr>
          <p:spPr>
            <a:xfrm>
              <a:off x="1471613" y="7160751"/>
              <a:ext cx="3914774" cy="78483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>
              <a:defPPr>
                <a:defRPr lang="en-US"/>
              </a:defPPr>
              <a:lvl1pPr>
                <a:defRPr sz="1500">
                  <a:latin typeface="Arial" panose="020B0604020202020204" pitchFamily="34" charset="0"/>
                  <a:cs typeface="Arial" panose="020B0604020202020204" pitchFamily="34" charset="0"/>
                </a:defRPr>
              </a:lvl1pPr>
            </a:lstStyle>
            <a:p>
              <a:endParaRPr lang="en-US" dirty="0"/>
            </a:p>
            <a:p>
              <a:endParaRPr lang="en-US" dirty="0"/>
            </a:p>
            <a:p>
              <a:r>
                <a:rPr lang="en-US" dirty="0"/>
                <a:t>"</a:t>
              </a:r>
              <a:r>
                <a:rPr lang="en-US" dirty="0" err="1"/>
                <a:t>Huān</a:t>
              </a:r>
              <a:r>
                <a:rPr lang="en-US" dirty="0"/>
                <a:t> </a:t>
              </a:r>
              <a:r>
                <a:rPr lang="en-US" dirty="0" err="1"/>
                <a:t>yíng</a:t>
              </a:r>
              <a:r>
                <a:rPr lang="en-US" dirty="0"/>
                <a:t> </a:t>
              </a:r>
              <a:r>
                <a:rPr lang="en-US" dirty="0" err="1"/>
                <a:t>lái</a:t>
              </a:r>
              <a:r>
                <a:rPr lang="en-US" dirty="0"/>
                <a:t> </a:t>
              </a:r>
              <a:r>
                <a:rPr lang="en-US" dirty="0" err="1"/>
                <a:t>dào</a:t>
              </a:r>
              <a:r>
                <a:rPr lang="en-US" dirty="0"/>
                <a:t> Mèng </a:t>
              </a:r>
              <a:r>
                <a:rPr lang="en-US" dirty="0" err="1"/>
                <a:t>dié</a:t>
              </a:r>
              <a:r>
                <a:rPr lang="en-US" dirty="0"/>
                <a:t> </a:t>
              </a:r>
              <a:r>
                <a:rPr lang="en-US" dirty="0" err="1"/>
                <a:t>Shì</a:t>
              </a:r>
              <a:r>
                <a:rPr lang="en-US" dirty="0"/>
                <a:t> </a:t>
              </a:r>
              <a:r>
                <a:rPr lang="en-US" dirty="0" err="1"/>
                <a:t>jiè</a:t>
              </a:r>
              <a:r>
                <a:rPr lang="en-US" dirty="0"/>
                <a:t>!"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BA1E2803-F083-FBDD-9932-DB078AC4ED54}"/>
                </a:ext>
              </a:extLst>
            </p:cNvPr>
            <p:cNvSpPr txBox="1"/>
            <p:nvPr/>
          </p:nvSpPr>
          <p:spPr>
            <a:xfrm>
              <a:off x="1471613" y="8003576"/>
              <a:ext cx="3914774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>
              <a:defPPr>
                <a:defRPr lang="en-US"/>
              </a:defPPr>
              <a:lvl1pPr>
                <a:defRPr>
                  <a:latin typeface="Charm" pitchFamily="2" charset="-34"/>
                  <a:cs typeface="Charm" pitchFamily="2" charset="-34"/>
                </a:defRPr>
              </a:lvl1pPr>
            </a:lstStyle>
            <a:p>
              <a:endParaRPr lang="en-US" dirty="0"/>
            </a:p>
            <a:p>
              <a:r>
                <a:rPr lang="en-US" dirty="0"/>
                <a:t>"Welcome to Dream Butterfly World!"</a:t>
              </a:r>
            </a:p>
          </p:txBody>
        </p:sp>
      </p:grpSp>
      <p:sp>
        <p:nvSpPr>
          <p:cNvPr id="16" name="Oval Callout 15">
            <a:extLst>
              <a:ext uri="{FF2B5EF4-FFF2-40B4-BE49-F238E27FC236}">
                <a16:creationId xmlns:a16="http://schemas.microsoft.com/office/drawing/2014/main" id="{537912AD-0194-AF35-A48B-08B8C60D83CE}"/>
              </a:ext>
            </a:extLst>
          </p:cNvPr>
          <p:cNvSpPr/>
          <p:nvPr/>
        </p:nvSpPr>
        <p:spPr>
          <a:xfrm>
            <a:off x="2952440" y="5254957"/>
            <a:ext cx="3686174" cy="1996694"/>
          </a:xfrm>
          <a:prstGeom prst="wedgeEllipseCallout">
            <a:avLst>
              <a:gd name="adj1" fmla="val -54942"/>
              <a:gd name="adj2" fmla="val 4225"/>
            </a:avLst>
          </a:prstGeom>
          <a:noFill/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223280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8D770AF0-E6F5-740E-4343-331B5AD2F4BD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85000"/>
          </a:blip>
          <a:stretch>
            <a:fillRect/>
          </a:stretch>
        </p:blipFill>
        <p:spPr>
          <a:xfrm>
            <a:off x="990023" y="1175817"/>
            <a:ext cx="5130223" cy="444922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4FA6DF9C-A490-1EDF-4B31-F2854395CBC0}"/>
              </a:ext>
            </a:extLst>
          </p:cNvPr>
          <p:cNvSpPr txBox="1"/>
          <p:nvPr/>
        </p:nvSpPr>
        <p:spPr>
          <a:xfrm>
            <a:off x="1257300" y="856680"/>
            <a:ext cx="4862946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>
              <a:defRPr sz="2000">
                <a:latin typeface="STKaiti" panose="02010600040101010101" pitchFamily="2" charset="-122"/>
                <a:ea typeface="STKaiti" panose="02010600040101010101" pitchFamily="2" charset="-122"/>
              </a:defRPr>
            </a:lvl1pPr>
          </a:lstStyle>
          <a:p>
            <a:r>
              <a:rPr lang="zh-CN" altLang="en-US" dirty="0"/>
              <a:t>皮皮抬起头。一道彩光闪过。</a:t>
            </a:r>
          </a:p>
          <a:p>
            <a:endParaRPr lang="en-US" altLang="zh-CN" dirty="0"/>
          </a:p>
          <a:p>
            <a:r>
              <a:rPr lang="zh-CN" altLang="en-US" dirty="0"/>
              <a:t>一只</a:t>
            </a:r>
            <a:r>
              <a:rPr lang="en-US" altLang="zh-CN" dirty="0"/>
              <a:t>   </a:t>
            </a:r>
            <a:r>
              <a:rPr lang="zh-CN" altLang="en-US" dirty="0"/>
              <a:t>长</a:t>
            </a:r>
            <a:r>
              <a:rPr lang="en-US" altLang="zh-CN" dirty="0"/>
              <a:t>   </a:t>
            </a:r>
            <a:r>
              <a:rPr lang="zh-CN" altLang="en-US" dirty="0"/>
              <a:t>着</a:t>
            </a:r>
            <a:r>
              <a:rPr lang="en-US" altLang="zh-CN" dirty="0"/>
              <a:t>  </a:t>
            </a:r>
            <a:r>
              <a:rPr lang="zh-CN" altLang="en-US" b="1" dirty="0"/>
              <a:t>翅</a:t>
            </a:r>
            <a:r>
              <a:rPr lang="en-US" altLang="zh-CN" b="1" dirty="0"/>
              <a:t>  </a:t>
            </a:r>
            <a:r>
              <a:rPr lang="zh-CN" altLang="en-US" b="1" dirty="0"/>
              <a:t>膀</a:t>
            </a:r>
            <a:r>
              <a:rPr lang="en-US" altLang="zh-CN" dirty="0"/>
              <a:t> </a:t>
            </a:r>
            <a:r>
              <a:rPr lang="zh-CN" altLang="en-US" dirty="0"/>
              <a:t>的</a:t>
            </a:r>
            <a:r>
              <a:rPr lang="en-US" altLang="zh-CN" dirty="0"/>
              <a:t>  </a:t>
            </a:r>
            <a:r>
              <a:rPr lang="zh-CN" altLang="en-US" dirty="0"/>
              <a:t>小</a:t>
            </a:r>
            <a:r>
              <a:rPr lang="en-US" altLang="zh-CN" dirty="0"/>
              <a:t>  </a:t>
            </a:r>
            <a:r>
              <a:rPr lang="zh-CN" altLang="en-US" dirty="0"/>
              <a:t>猫</a:t>
            </a:r>
            <a:r>
              <a:rPr lang="en-US" altLang="zh-CN" dirty="0"/>
              <a:t> </a:t>
            </a:r>
            <a:r>
              <a:rPr lang="zh-CN" altLang="en-US" dirty="0"/>
              <a:t>飞了出来。</a:t>
            </a:r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E3A9733-8C34-77DE-DA49-CC355FA1B43F}"/>
              </a:ext>
            </a:extLst>
          </p:cNvPr>
          <p:cNvSpPr txBox="1"/>
          <p:nvPr/>
        </p:nvSpPr>
        <p:spPr>
          <a:xfrm>
            <a:off x="1257300" y="565851"/>
            <a:ext cx="4963391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>
              <a:defRPr sz="15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 err="1"/>
              <a:t>Pípí</a:t>
            </a:r>
            <a:r>
              <a:rPr lang="en-US" dirty="0"/>
              <a:t> </a:t>
            </a:r>
            <a:r>
              <a:rPr lang="en-US" dirty="0" err="1"/>
              <a:t>tái</a:t>
            </a:r>
            <a:r>
              <a:rPr lang="en-US" dirty="0"/>
              <a:t> </a:t>
            </a:r>
            <a:r>
              <a:rPr lang="en-US" dirty="0" err="1"/>
              <a:t>qǐ</a:t>
            </a:r>
            <a:r>
              <a:rPr lang="en-US" dirty="0"/>
              <a:t> </a:t>
            </a:r>
            <a:r>
              <a:rPr lang="en-US" dirty="0" err="1"/>
              <a:t>tóu</a:t>
            </a:r>
            <a:r>
              <a:rPr lang="en-US" dirty="0"/>
              <a:t>. </a:t>
            </a:r>
            <a:r>
              <a:rPr lang="en-US" dirty="0" err="1"/>
              <a:t>Yí</a:t>
            </a:r>
            <a:r>
              <a:rPr lang="en-US" dirty="0"/>
              <a:t> </a:t>
            </a:r>
            <a:r>
              <a:rPr lang="en-US" dirty="0" err="1"/>
              <a:t>dào</a:t>
            </a:r>
            <a:r>
              <a:rPr lang="en-US" dirty="0"/>
              <a:t> </a:t>
            </a:r>
            <a:r>
              <a:rPr lang="en-US" dirty="0" err="1"/>
              <a:t>cǎi</a:t>
            </a:r>
            <a:r>
              <a:rPr lang="en-US" dirty="0"/>
              <a:t> </a:t>
            </a:r>
            <a:r>
              <a:rPr lang="en-US" dirty="0" err="1"/>
              <a:t>guāng</a:t>
            </a:r>
            <a:r>
              <a:rPr lang="en-US" dirty="0"/>
              <a:t> </a:t>
            </a:r>
            <a:r>
              <a:rPr lang="en-US" dirty="0" err="1"/>
              <a:t>shǎn</a:t>
            </a:r>
            <a:r>
              <a:rPr lang="en-US" dirty="0"/>
              <a:t> </a:t>
            </a:r>
            <a:r>
              <a:rPr lang="en-US" dirty="0" err="1"/>
              <a:t>guò</a:t>
            </a:r>
            <a:r>
              <a:rPr lang="en-US" dirty="0"/>
              <a:t>.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 err="1"/>
              <a:t>Yì</a:t>
            </a:r>
            <a:r>
              <a:rPr lang="en-US" dirty="0"/>
              <a:t> </a:t>
            </a:r>
            <a:r>
              <a:rPr lang="en-US" dirty="0" err="1"/>
              <a:t>zhī</a:t>
            </a:r>
            <a:r>
              <a:rPr lang="en-US" dirty="0"/>
              <a:t> </a:t>
            </a:r>
            <a:r>
              <a:rPr lang="en-US" dirty="0" err="1"/>
              <a:t>zhǎng</a:t>
            </a:r>
            <a:r>
              <a:rPr lang="en-US" dirty="0"/>
              <a:t> </a:t>
            </a:r>
            <a:r>
              <a:rPr lang="en-US" dirty="0" err="1"/>
              <a:t>zhe</a:t>
            </a:r>
            <a:r>
              <a:rPr lang="en-US" dirty="0"/>
              <a:t> </a:t>
            </a:r>
            <a:r>
              <a:rPr lang="en-US" dirty="0" err="1"/>
              <a:t>chì</a:t>
            </a:r>
            <a:r>
              <a:rPr lang="en-US" dirty="0"/>
              <a:t> </a:t>
            </a:r>
            <a:r>
              <a:rPr lang="en-US" dirty="0" err="1"/>
              <a:t>bǎng</a:t>
            </a:r>
            <a:r>
              <a:rPr lang="en-US" dirty="0"/>
              <a:t> de </a:t>
            </a:r>
            <a:r>
              <a:rPr lang="en-US" dirty="0" err="1"/>
              <a:t>xiǎo</a:t>
            </a:r>
            <a:r>
              <a:rPr lang="en-US" dirty="0"/>
              <a:t> </a:t>
            </a:r>
            <a:r>
              <a:rPr lang="en-US" dirty="0" err="1"/>
              <a:t>māo</a:t>
            </a:r>
            <a:r>
              <a:rPr lang="en-US" dirty="0"/>
              <a:t> </a:t>
            </a:r>
            <a:r>
              <a:rPr lang="en-US" dirty="0" err="1"/>
              <a:t>fēi</a:t>
            </a:r>
            <a:r>
              <a:rPr lang="en-US" dirty="0"/>
              <a:t> le </a:t>
            </a:r>
            <a:r>
              <a:rPr lang="en-US" dirty="0" err="1"/>
              <a:t>chū</a:t>
            </a:r>
            <a:r>
              <a:rPr lang="en-US" dirty="0"/>
              <a:t> </a:t>
            </a:r>
            <a:r>
              <a:rPr lang="en-US" dirty="0" err="1"/>
              <a:t>lái</a:t>
            </a:r>
            <a:r>
              <a:rPr lang="en-US" dirty="0"/>
              <a:t>.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6EAC922-9BFA-5D5E-A1D3-A745DE4120B3}"/>
              </a:ext>
            </a:extLst>
          </p:cNvPr>
          <p:cNvSpPr txBox="1"/>
          <p:nvPr/>
        </p:nvSpPr>
        <p:spPr>
          <a:xfrm>
            <a:off x="2996601" y="2864611"/>
            <a:ext cx="3173867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>
              <a:defRPr>
                <a:latin typeface="Charm" pitchFamily="2" charset="-34"/>
                <a:cs typeface="Charm" pitchFamily="2" charset="-34"/>
              </a:defRPr>
            </a:lvl1pPr>
          </a:lstStyle>
          <a:p>
            <a:r>
              <a:rPr lang="en-US" dirty="0"/>
              <a:t>Peter looked up.</a:t>
            </a:r>
          </a:p>
          <a:p>
            <a:endParaRPr lang="en-US" dirty="0"/>
          </a:p>
          <a:p>
            <a:r>
              <a:rPr lang="en-US" dirty="0"/>
              <a:t>A rainbow flash filled the sky.</a:t>
            </a:r>
          </a:p>
          <a:p>
            <a:endParaRPr lang="en-US" dirty="0"/>
          </a:p>
          <a:p>
            <a:r>
              <a:rPr lang="en-US" dirty="0"/>
              <a:t>A little winged cat flew down.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E1B276F-ACC5-96D8-27F8-C1DC8238EFA6}"/>
              </a:ext>
            </a:extLst>
          </p:cNvPr>
          <p:cNvSpPr txBox="1"/>
          <p:nvPr/>
        </p:nvSpPr>
        <p:spPr>
          <a:xfrm>
            <a:off x="680517" y="6644565"/>
            <a:ext cx="3981450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>
              <a:defRPr sz="2000">
                <a:latin typeface="STKaiti" panose="02010600040101010101" pitchFamily="2" charset="-122"/>
                <a:ea typeface="STKaiti" panose="02010600040101010101" pitchFamily="2" charset="-122"/>
              </a:defRPr>
            </a:lvl1pPr>
          </a:lstStyle>
          <a:p>
            <a:r>
              <a:rPr lang="zh-CN" altLang="en-US" dirty="0"/>
              <a:t>皮皮问：</a:t>
            </a:r>
            <a:r>
              <a:rPr lang="en-US" altLang="zh-CN" dirty="0"/>
              <a:t>"</a:t>
            </a:r>
            <a:r>
              <a:rPr lang="zh-CN" altLang="en-US" dirty="0"/>
              <a:t>你是谁？</a:t>
            </a:r>
            <a:r>
              <a:rPr lang="en-US" altLang="zh-CN" dirty="0"/>
              <a:t>"</a:t>
            </a:r>
          </a:p>
          <a:p>
            <a:endParaRPr lang="en-US" altLang="zh-CN" dirty="0"/>
          </a:p>
          <a:p>
            <a:r>
              <a:rPr lang="zh-CN" altLang="en-US" dirty="0"/>
              <a:t>小猫笑了。</a:t>
            </a:r>
            <a:endParaRPr lang="en-U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E1539D6-0004-D7C9-6609-5B8282DD6250}"/>
              </a:ext>
            </a:extLst>
          </p:cNvPr>
          <p:cNvSpPr txBox="1"/>
          <p:nvPr/>
        </p:nvSpPr>
        <p:spPr>
          <a:xfrm>
            <a:off x="708227" y="6341802"/>
            <a:ext cx="3981450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>
              <a:defRPr sz="15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 err="1"/>
              <a:t>Pípí</a:t>
            </a:r>
            <a:r>
              <a:rPr lang="en-US" dirty="0"/>
              <a:t> </a:t>
            </a:r>
            <a:r>
              <a:rPr lang="en-US" dirty="0" err="1"/>
              <a:t>wèn</a:t>
            </a:r>
            <a:r>
              <a:rPr lang="en-US" dirty="0"/>
              <a:t>: "</a:t>
            </a:r>
            <a:r>
              <a:rPr lang="en-US" dirty="0" err="1"/>
              <a:t>Nǐ</a:t>
            </a:r>
            <a:r>
              <a:rPr lang="en-US" dirty="0"/>
              <a:t> </a:t>
            </a:r>
            <a:r>
              <a:rPr lang="en-US" dirty="0" err="1"/>
              <a:t>shì</a:t>
            </a:r>
            <a:r>
              <a:rPr lang="en-US" dirty="0"/>
              <a:t> </a:t>
            </a:r>
            <a:r>
              <a:rPr lang="en-US" dirty="0" err="1"/>
              <a:t>shéi</a:t>
            </a:r>
            <a:r>
              <a:rPr lang="en-US" dirty="0"/>
              <a:t>?"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 err="1"/>
              <a:t>Xiǎo</a:t>
            </a:r>
            <a:r>
              <a:rPr lang="en-US" dirty="0"/>
              <a:t> </a:t>
            </a:r>
            <a:r>
              <a:rPr lang="en-US" dirty="0" err="1"/>
              <a:t>māo</a:t>
            </a:r>
            <a:r>
              <a:rPr lang="en-US" dirty="0"/>
              <a:t> </a:t>
            </a:r>
            <a:r>
              <a:rPr lang="en-US" dirty="0" err="1"/>
              <a:t>xiào</a:t>
            </a:r>
            <a:r>
              <a:rPr lang="en-US" dirty="0"/>
              <a:t> le.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EA71CBF-56DC-58DE-BF41-5668EC53283E}"/>
              </a:ext>
            </a:extLst>
          </p:cNvPr>
          <p:cNvSpPr txBox="1"/>
          <p:nvPr/>
        </p:nvSpPr>
        <p:spPr>
          <a:xfrm>
            <a:off x="395921" y="8172316"/>
            <a:ext cx="398145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>
              <a:defRPr>
                <a:latin typeface="Charm" pitchFamily="2" charset="-34"/>
                <a:cs typeface="Charm" pitchFamily="2" charset="-34"/>
              </a:defRPr>
            </a:lvl1pPr>
          </a:lstStyle>
          <a:p>
            <a:r>
              <a:rPr lang="en-US" dirty="0"/>
              <a:t>"Who are you?”, asked Peter.</a:t>
            </a:r>
          </a:p>
          <a:p>
            <a:endParaRPr lang="en-US" dirty="0"/>
          </a:p>
          <a:p>
            <a:r>
              <a:rPr lang="en-US" dirty="0"/>
              <a:t>The little cat smiled.</a:t>
            </a:r>
          </a:p>
        </p:txBody>
      </p:sp>
      <p:sp>
        <p:nvSpPr>
          <p:cNvPr id="20" name="Slide Number Placeholder 19">
            <a:extLst>
              <a:ext uri="{FF2B5EF4-FFF2-40B4-BE49-F238E27FC236}">
                <a16:creationId xmlns:a16="http://schemas.microsoft.com/office/drawing/2014/main" id="{428A9389-D758-4155-4733-69D311C0EA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D18141-EABD-1941-A9BC-32C3BC21E60E}" type="slidenum">
              <a:rPr lang="en-US" smtClean="0"/>
              <a:t>4</a:t>
            </a:fld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83373F5-43AD-7D3F-36DB-EE3B23885CD8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85000"/>
          </a:blip>
          <a:stretch>
            <a:fillRect/>
          </a:stretch>
        </p:blipFill>
        <p:spPr>
          <a:xfrm>
            <a:off x="3212646" y="6172453"/>
            <a:ext cx="3173867" cy="24615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3834327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A0D193-79EB-3EE8-9773-183F39F932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82907D6A-80C4-DD41-9240-6923B1F6DAD5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85000"/>
          </a:blip>
          <a:stretch>
            <a:fillRect/>
          </a:stretch>
        </p:blipFill>
        <p:spPr>
          <a:xfrm>
            <a:off x="3038457" y="4089010"/>
            <a:ext cx="3610012" cy="4888091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DAB1E119-208E-B1A3-32EF-FDD5718EE65E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85000"/>
          </a:blip>
          <a:stretch>
            <a:fillRect/>
          </a:stretch>
        </p:blipFill>
        <p:spPr>
          <a:xfrm>
            <a:off x="429923" y="1612585"/>
            <a:ext cx="2559050" cy="223520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43EF68B7-C97C-7A5F-4932-1ECEBE811F12}"/>
              </a:ext>
            </a:extLst>
          </p:cNvPr>
          <p:cNvSpPr txBox="1"/>
          <p:nvPr/>
        </p:nvSpPr>
        <p:spPr>
          <a:xfrm>
            <a:off x="2105891" y="1228351"/>
            <a:ext cx="4447310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>
              <a:defRPr sz="2000">
                <a:latin typeface="STKaiti" panose="02010600040101010101" pitchFamily="2" charset="-122"/>
                <a:ea typeface="STKaiti" panose="02010600040101010101" pitchFamily="2" charset="-122"/>
              </a:defRPr>
            </a:lvl1pPr>
          </a:lstStyle>
          <a:p>
            <a:r>
              <a:rPr lang="en-US" altLang="zh-CN" dirty="0"/>
              <a:t>"</a:t>
            </a:r>
            <a:r>
              <a:rPr lang="zh-CN" altLang="en-US" dirty="0"/>
              <a:t>我叫小鱼。</a:t>
            </a:r>
            <a:r>
              <a:rPr lang="en-US" altLang="zh-CN" dirty="0"/>
              <a:t>"</a:t>
            </a:r>
          </a:p>
          <a:p>
            <a:endParaRPr lang="en-US" altLang="zh-CN" dirty="0"/>
          </a:p>
          <a:p>
            <a:r>
              <a:rPr lang="zh-CN" altLang="en-US" dirty="0"/>
              <a:t>“ 我</a:t>
            </a:r>
            <a:r>
              <a:rPr lang="en-US" altLang="zh-CN" dirty="0"/>
              <a:t> </a:t>
            </a:r>
            <a:r>
              <a:rPr lang="zh-CN" altLang="en-US" dirty="0"/>
              <a:t>是   梦   蝶 世 界的 精 灵  向 导。</a:t>
            </a:r>
            <a:r>
              <a:rPr lang="en-US" altLang="zh-CN" dirty="0"/>
              <a:t>"</a:t>
            </a:r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DC4DD86-451A-E1F2-2DB6-1D4980BF21E7}"/>
              </a:ext>
            </a:extLst>
          </p:cNvPr>
          <p:cNvSpPr txBox="1"/>
          <p:nvPr/>
        </p:nvSpPr>
        <p:spPr>
          <a:xfrm>
            <a:off x="2209802" y="908322"/>
            <a:ext cx="4343399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>
              <a:defRPr sz="15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 err="1"/>
              <a:t>Wǒ</a:t>
            </a:r>
            <a:r>
              <a:rPr lang="en-US" dirty="0"/>
              <a:t> </a:t>
            </a:r>
            <a:r>
              <a:rPr lang="en-US" dirty="0" err="1"/>
              <a:t>jiào</a:t>
            </a:r>
            <a:r>
              <a:rPr lang="en-US" dirty="0"/>
              <a:t> Fish.”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"</a:t>
            </a:r>
            <a:r>
              <a:rPr lang="en-US" dirty="0" err="1"/>
              <a:t>Wǒ</a:t>
            </a:r>
            <a:r>
              <a:rPr lang="en-US" dirty="0"/>
              <a:t> </a:t>
            </a:r>
            <a:r>
              <a:rPr lang="en-US" dirty="0" err="1"/>
              <a:t>shì</a:t>
            </a:r>
            <a:r>
              <a:rPr lang="en-US" dirty="0"/>
              <a:t> Mèng </a:t>
            </a:r>
            <a:r>
              <a:rPr lang="en-US" dirty="0" err="1"/>
              <a:t>dié</a:t>
            </a:r>
            <a:r>
              <a:rPr lang="en-US" dirty="0"/>
              <a:t> </a:t>
            </a:r>
            <a:r>
              <a:rPr lang="en-US" dirty="0" err="1"/>
              <a:t>Shì</a:t>
            </a:r>
            <a:r>
              <a:rPr lang="en-US" dirty="0"/>
              <a:t> </a:t>
            </a:r>
            <a:r>
              <a:rPr lang="en-US" dirty="0" err="1"/>
              <a:t>jiè</a:t>
            </a:r>
            <a:r>
              <a:rPr lang="en-US" dirty="0"/>
              <a:t> de </a:t>
            </a:r>
            <a:r>
              <a:rPr lang="en-US" dirty="0" err="1"/>
              <a:t>jīng</a:t>
            </a:r>
            <a:r>
              <a:rPr lang="en-US" dirty="0"/>
              <a:t> </a:t>
            </a:r>
            <a:r>
              <a:rPr lang="en-US" dirty="0" err="1"/>
              <a:t>líng</a:t>
            </a:r>
            <a:r>
              <a:rPr lang="en-US" dirty="0"/>
              <a:t> </a:t>
            </a:r>
            <a:r>
              <a:rPr lang="en-US" dirty="0" err="1"/>
              <a:t>xiàng</a:t>
            </a:r>
            <a:r>
              <a:rPr lang="en-US" dirty="0"/>
              <a:t> </a:t>
            </a:r>
            <a:r>
              <a:rPr lang="en-US" dirty="0" err="1"/>
              <a:t>dǎo</a:t>
            </a:r>
            <a:r>
              <a:rPr lang="en-US" dirty="0"/>
              <a:t>."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85C3E6C-5509-8F75-06E2-DCA5B664F3F1}"/>
              </a:ext>
            </a:extLst>
          </p:cNvPr>
          <p:cNvSpPr txBox="1"/>
          <p:nvPr/>
        </p:nvSpPr>
        <p:spPr>
          <a:xfrm>
            <a:off x="2988973" y="2602567"/>
            <a:ext cx="444731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>
              <a:defRPr>
                <a:latin typeface="Charm" pitchFamily="2" charset="-34"/>
                <a:cs typeface="Charm" pitchFamily="2" charset="-34"/>
              </a:defRPr>
            </a:lvl1pPr>
          </a:lstStyle>
          <a:p>
            <a:r>
              <a:rPr lang="en-US" dirty="0"/>
              <a:t>"My name is Fish.</a:t>
            </a:r>
          </a:p>
          <a:p>
            <a:endParaRPr lang="en-US" dirty="0"/>
          </a:p>
          <a:p>
            <a:r>
              <a:rPr lang="en-US" dirty="0"/>
              <a:t>I am the guide</a:t>
            </a:r>
            <a:r>
              <a:rPr lang="zh-CN" altLang="en-US" dirty="0"/>
              <a:t> </a:t>
            </a:r>
            <a:r>
              <a:rPr lang="en-US" dirty="0"/>
              <a:t>of Dream Butterfly World."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DB65A45-6EE3-9F43-D736-6E6AA45C18FB}"/>
              </a:ext>
            </a:extLst>
          </p:cNvPr>
          <p:cNvSpPr txBox="1"/>
          <p:nvPr/>
        </p:nvSpPr>
        <p:spPr>
          <a:xfrm>
            <a:off x="136806" y="4526367"/>
            <a:ext cx="3981450" cy="2554545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>
              <a:defRPr sz="2000">
                <a:latin typeface="STKaiti" panose="02010600040101010101" pitchFamily="2" charset="-122"/>
                <a:ea typeface="STKaiti" panose="02010600040101010101" pitchFamily="2" charset="-122"/>
              </a:defRPr>
            </a:lvl1pPr>
          </a:lstStyle>
          <a:p>
            <a:r>
              <a:rPr lang="zh-CN" altLang="en-US" dirty="0"/>
              <a:t>小鱼飞到皮皮肩上。</a:t>
            </a:r>
          </a:p>
          <a:p>
            <a:endParaRPr lang="zh-CN" altLang="en-US" dirty="0"/>
          </a:p>
          <a:p>
            <a:r>
              <a:rPr lang="en-US" altLang="zh-CN" dirty="0"/>
              <a:t>"</a:t>
            </a:r>
            <a:r>
              <a:rPr lang="zh-CN" altLang="en-US" dirty="0"/>
              <a:t>你的奔跑打开了梦蝶世界。</a:t>
            </a:r>
            <a:r>
              <a:rPr lang="en-US" altLang="zh-CN" dirty="0"/>
              <a:t>"</a:t>
            </a:r>
          </a:p>
          <a:p>
            <a:endParaRPr lang="en-US" altLang="zh-CN" dirty="0"/>
          </a:p>
          <a:p>
            <a:endParaRPr lang="en-US" altLang="zh-CN" dirty="0"/>
          </a:p>
          <a:p>
            <a:r>
              <a:rPr lang="en-US" altLang="zh-CN" dirty="0"/>
              <a:t>“</a:t>
            </a:r>
            <a:r>
              <a:rPr lang="zh-CN" altLang="en-US" dirty="0"/>
              <a:t>想和我一起去探索吗？</a:t>
            </a:r>
            <a:r>
              <a:rPr lang="en-US" altLang="zh-CN" dirty="0"/>
              <a:t>"</a:t>
            </a:r>
          </a:p>
          <a:p>
            <a:endParaRPr lang="en-US" altLang="zh-CN" dirty="0"/>
          </a:p>
          <a:p>
            <a:r>
              <a:rPr lang="zh-CN" altLang="en-US" dirty="0"/>
              <a:t>皮皮笑了。</a:t>
            </a:r>
            <a:r>
              <a:rPr lang="en-US" altLang="zh-CN" dirty="0"/>
              <a:t>"</a:t>
            </a:r>
            <a:r>
              <a:rPr lang="zh-CN" altLang="en-US" dirty="0"/>
              <a:t>当然想！</a:t>
            </a:r>
            <a:r>
              <a:rPr lang="en-US" altLang="zh-CN" dirty="0"/>
              <a:t>"</a:t>
            </a:r>
            <a:endParaRPr lang="en-U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F6C6FD0-7D32-0503-23A6-0B24CD2AC666}"/>
              </a:ext>
            </a:extLst>
          </p:cNvPr>
          <p:cNvSpPr txBox="1"/>
          <p:nvPr/>
        </p:nvSpPr>
        <p:spPr>
          <a:xfrm>
            <a:off x="136806" y="4208090"/>
            <a:ext cx="3981450" cy="2631490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>
              <a:defRPr sz="15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 err="1"/>
              <a:t>Xiǎo</a:t>
            </a:r>
            <a:r>
              <a:rPr lang="zh-CN" altLang="en-US" dirty="0"/>
              <a:t> </a:t>
            </a:r>
            <a:r>
              <a:rPr lang="en-US" dirty="0" err="1"/>
              <a:t>yú</a:t>
            </a:r>
            <a:r>
              <a:rPr lang="en-US" dirty="0"/>
              <a:t> </a:t>
            </a:r>
            <a:r>
              <a:rPr lang="en-US" dirty="0" err="1"/>
              <a:t>fēi</a:t>
            </a:r>
            <a:r>
              <a:rPr lang="en-US" dirty="0"/>
              <a:t> </a:t>
            </a:r>
            <a:r>
              <a:rPr lang="en-US" dirty="0" err="1"/>
              <a:t>dào</a:t>
            </a:r>
            <a:r>
              <a:rPr lang="en-US" dirty="0"/>
              <a:t> </a:t>
            </a:r>
            <a:r>
              <a:rPr lang="en-US" dirty="0" err="1"/>
              <a:t>Pípí</a:t>
            </a:r>
            <a:r>
              <a:rPr lang="en-US" dirty="0"/>
              <a:t> </a:t>
            </a:r>
            <a:r>
              <a:rPr lang="en-US" dirty="0" err="1"/>
              <a:t>jiān</a:t>
            </a:r>
            <a:r>
              <a:rPr lang="en-US" dirty="0"/>
              <a:t> </a:t>
            </a:r>
            <a:r>
              <a:rPr lang="en-US" dirty="0" err="1"/>
              <a:t>shàng</a:t>
            </a:r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 err="1"/>
              <a:t>niǐ</a:t>
            </a:r>
            <a:r>
              <a:rPr lang="en-US" dirty="0"/>
              <a:t> de </a:t>
            </a:r>
            <a:r>
              <a:rPr lang="en-US" dirty="0" err="1"/>
              <a:t>bēn</a:t>
            </a:r>
            <a:r>
              <a:rPr lang="zh-CN" altLang="en-US" dirty="0"/>
              <a:t> </a:t>
            </a:r>
            <a:r>
              <a:rPr lang="en-US" dirty="0" err="1"/>
              <a:t>pǎo</a:t>
            </a:r>
            <a:r>
              <a:rPr lang="zh-CN" altLang="en-US" dirty="0"/>
              <a:t> </a:t>
            </a:r>
            <a:r>
              <a:rPr lang="en-US" dirty="0" err="1"/>
              <a:t>dǎ</a:t>
            </a:r>
            <a:r>
              <a:rPr lang="zh-CN" altLang="en-US" dirty="0"/>
              <a:t> </a:t>
            </a:r>
            <a:r>
              <a:rPr lang="en-US" dirty="0" err="1"/>
              <a:t>kāi</a:t>
            </a:r>
            <a:r>
              <a:rPr lang="en-US" dirty="0"/>
              <a:t> le Mèng</a:t>
            </a:r>
            <a:r>
              <a:rPr lang="zh-CN" altLang="en-US" dirty="0"/>
              <a:t> </a:t>
            </a:r>
            <a:r>
              <a:rPr lang="en-US" dirty="0" err="1"/>
              <a:t>dié</a:t>
            </a:r>
            <a:r>
              <a:rPr lang="en-US" dirty="0"/>
              <a:t> </a:t>
            </a:r>
            <a:r>
              <a:rPr lang="en-US" dirty="0" err="1"/>
              <a:t>Shì</a:t>
            </a:r>
            <a:r>
              <a:rPr lang="zh-CN" altLang="en-US" dirty="0"/>
              <a:t> </a:t>
            </a:r>
            <a:r>
              <a:rPr lang="en-US" dirty="0" err="1"/>
              <a:t>jiè</a:t>
            </a:r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“</a:t>
            </a:r>
            <a:r>
              <a:rPr lang="en-US" dirty="0" err="1"/>
              <a:t>Xiǎng</a:t>
            </a:r>
            <a:r>
              <a:rPr lang="en-US" dirty="0"/>
              <a:t> </a:t>
            </a:r>
            <a:r>
              <a:rPr lang="en-US" dirty="0" err="1"/>
              <a:t>hé</a:t>
            </a:r>
            <a:r>
              <a:rPr lang="en-US" dirty="0"/>
              <a:t> </a:t>
            </a:r>
            <a:r>
              <a:rPr lang="en-US" dirty="0" err="1"/>
              <a:t>wǒ</a:t>
            </a:r>
            <a:r>
              <a:rPr lang="en-US" dirty="0"/>
              <a:t> </a:t>
            </a:r>
            <a:r>
              <a:rPr lang="en-US" dirty="0" err="1"/>
              <a:t>yì</a:t>
            </a:r>
            <a:r>
              <a:rPr lang="zh-CN" altLang="en-US" dirty="0"/>
              <a:t> </a:t>
            </a:r>
            <a:r>
              <a:rPr lang="en-US" dirty="0" err="1"/>
              <a:t>qǐ</a:t>
            </a:r>
            <a:r>
              <a:rPr lang="zh-CN" altLang="en-US" dirty="0"/>
              <a:t> </a:t>
            </a:r>
            <a:r>
              <a:rPr lang="en-US" dirty="0" err="1"/>
              <a:t>qù</a:t>
            </a:r>
            <a:r>
              <a:rPr lang="en-US" dirty="0"/>
              <a:t> </a:t>
            </a:r>
            <a:r>
              <a:rPr lang="en-US" dirty="0" err="1"/>
              <a:t>tàn</a:t>
            </a:r>
            <a:r>
              <a:rPr lang="zh-CN" altLang="en-US" dirty="0"/>
              <a:t> </a:t>
            </a:r>
            <a:r>
              <a:rPr lang="en-US" dirty="0" err="1"/>
              <a:t>suǒ</a:t>
            </a:r>
            <a:r>
              <a:rPr lang="en-US" dirty="0"/>
              <a:t> ma?”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 err="1"/>
              <a:t>Pípí</a:t>
            </a:r>
            <a:r>
              <a:rPr lang="en-US" dirty="0"/>
              <a:t> </a:t>
            </a:r>
            <a:r>
              <a:rPr lang="en-US" dirty="0" err="1"/>
              <a:t>xiào</a:t>
            </a:r>
            <a:r>
              <a:rPr lang="en-US" dirty="0"/>
              <a:t> le.</a:t>
            </a:r>
            <a:r>
              <a:rPr lang="zh-CN" altLang="en-US" dirty="0"/>
              <a:t> </a:t>
            </a:r>
            <a:r>
              <a:rPr lang="en-US" dirty="0"/>
              <a:t>“</a:t>
            </a:r>
            <a:r>
              <a:rPr lang="en-US" dirty="0" err="1"/>
              <a:t>Dāng</a:t>
            </a:r>
            <a:r>
              <a:rPr lang="zh-CN" altLang="en-US" dirty="0"/>
              <a:t> </a:t>
            </a:r>
            <a:r>
              <a:rPr lang="en-US" dirty="0" err="1"/>
              <a:t>rán</a:t>
            </a:r>
            <a:r>
              <a:rPr lang="en-US" dirty="0"/>
              <a:t> </a:t>
            </a:r>
            <a:r>
              <a:rPr lang="en-US" dirty="0" err="1"/>
              <a:t>xiǎng</a:t>
            </a:r>
            <a:r>
              <a:rPr lang="en-US" dirty="0"/>
              <a:t>!"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B41A4D3-D4A8-2F4B-FC4F-729875BB2669}"/>
              </a:ext>
            </a:extLst>
          </p:cNvPr>
          <p:cNvSpPr txBox="1"/>
          <p:nvPr/>
        </p:nvSpPr>
        <p:spPr>
          <a:xfrm>
            <a:off x="400051" y="7223269"/>
            <a:ext cx="5499822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>
              <a:defRPr>
                <a:latin typeface="Charm" pitchFamily="2" charset="-34"/>
                <a:cs typeface="Charm" pitchFamily="2" charset="-34"/>
              </a:defRPr>
            </a:lvl1pPr>
          </a:lstStyle>
          <a:p>
            <a:r>
              <a:rPr lang="en-US" dirty="0"/>
              <a:t>Fish landed on Peter’s shoulder.</a:t>
            </a:r>
          </a:p>
          <a:p>
            <a:endParaRPr lang="en-US" dirty="0"/>
          </a:p>
          <a:p>
            <a:r>
              <a:rPr lang="en-US" dirty="0"/>
              <a:t>“Your fast run</a:t>
            </a:r>
            <a:r>
              <a:rPr lang="zh-CN" altLang="en-US" dirty="0"/>
              <a:t> </a:t>
            </a:r>
            <a:r>
              <a:rPr lang="en-US" dirty="0"/>
              <a:t>opened Dream Butterfly World."</a:t>
            </a:r>
          </a:p>
          <a:p>
            <a:endParaRPr lang="en-US" dirty="0"/>
          </a:p>
          <a:p>
            <a:r>
              <a:rPr lang="en-US" dirty="0"/>
              <a:t>“Would you like</a:t>
            </a:r>
            <a:r>
              <a:rPr lang="zh-CN" altLang="en-US" dirty="0"/>
              <a:t> </a:t>
            </a:r>
            <a:r>
              <a:rPr lang="en-US" dirty="0"/>
              <a:t>to explore it with me?"</a:t>
            </a:r>
          </a:p>
          <a:p>
            <a:endParaRPr lang="en-US" dirty="0"/>
          </a:p>
          <a:p>
            <a:r>
              <a:rPr lang="en-US" dirty="0"/>
              <a:t>Peter smiled.</a:t>
            </a:r>
            <a:r>
              <a:rPr lang="zh-CN" altLang="en-US" dirty="0"/>
              <a:t> </a:t>
            </a:r>
            <a:r>
              <a:rPr lang="en-US" dirty="0"/>
              <a:t>"Yes!"</a:t>
            </a:r>
          </a:p>
        </p:txBody>
      </p:sp>
      <p:sp>
        <p:nvSpPr>
          <p:cNvPr id="20" name="Slide Number Placeholder 19">
            <a:extLst>
              <a:ext uri="{FF2B5EF4-FFF2-40B4-BE49-F238E27FC236}">
                <a16:creationId xmlns:a16="http://schemas.microsoft.com/office/drawing/2014/main" id="{42033902-6275-E6CE-B95F-06BA6EA625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D18141-EABD-1941-A9BC-32C3BC21E60E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070801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FAFD91-0D7C-FC4A-8AB2-33CA12BF86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97038EB-D205-0A72-2802-5D663AAF4336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85000"/>
          </a:blip>
          <a:stretch>
            <a:fillRect/>
          </a:stretch>
        </p:blipFill>
        <p:spPr>
          <a:xfrm>
            <a:off x="3404162" y="5059322"/>
            <a:ext cx="3102509" cy="4253108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EC105241-4051-CA14-C47A-E2A88F42560A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85000"/>
          </a:blip>
          <a:stretch>
            <a:fillRect/>
          </a:stretch>
        </p:blipFill>
        <p:spPr>
          <a:xfrm>
            <a:off x="317808" y="272851"/>
            <a:ext cx="5710011" cy="4680149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C18349AA-F482-F2B1-1CC6-515225BBD732}"/>
              </a:ext>
            </a:extLst>
          </p:cNvPr>
          <p:cNvSpPr txBox="1"/>
          <p:nvPr/>
        </p:nvSpPr>
        <p:spPr>
          <a:xfrm>
            <a:off x="317808" y="272851"/>
            <a:ext cx="34290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>
              <a:defRPr sz="3600" b="1">
                <a:ln w="12700" cmpd="sng">
                  <a:solidFill>
                    <a:schemeClr val="bg1"/>
                  </a:solidFill>
                  <a:prstDash val="solid"/>
                </a:ln>
                <a:solidFill>
                  <a:schemeClr val="tx2">
                    <a:lumMod val="75000"/>
                    <a:lumOff val="25000"/>
                  </a:schemeClr>
                </a:solidFill>
                <a:effectLst>
                  <a:glow rad="63500">
                    <a:schemeClr val="accent4">
                      <a:satMod val="175000"/>
                      <a:alpha val="40000"/>
                    </a:schemeClr>
                  </a:glow>
                </a:effectLst>
                <a:latin typeface="STKaiti" panose="02010600040101010101" pitchFamily="2" charset="-122"/>
                <a:ea typeface="STKaiti" panose="02010600040101010101" pitchFamily="2" charset="-122"/>
              </a:defRPr>
            </a:lvl1pPr>
          </a:lstStyle>
          <a:p>
            <a:r>
              <a:rPr lang="zh-CN" altLang="en-US" dirty="0">
                <a:ln w="12700" cmpd="sng">
                  <a:noFill/>
                  <a:prstDash val="solid"/>
                </a:ln>
                <a:effectLst/>
              </a:rPr>
              <a:t>梦蝶世界</a:t>
            </a:r>
            <a:r>
              <a:rPr lang="en-US" altLang="zh-CN" dirty="0">
                <a:ln w="12700" cmpd="sng">
                  <a:noFill/>
                  <a:prstDash val="solid"/>
                </a:ln>
                <a:effectLst/>
              </a:rPr>
              <a:t>(2)</a:t>
            </a:r>
            <a:endParaRPr lang="en-US" dirty="0">
              <a:ln w="12700" cmpd="sng">
                <a:noFill/>
                <a:prstDash val="solid"/>
              </a:ln>
              <a:effectLst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0BAA521-F240-E325-20B9-FD9C0035A5E0}"/>
              </a:ext>
            </a:extLst>
          </p:cNvPr>
          <p:cNvSpPr txBox="1"/>
          <p:nvPr/>
        </p:nvSpPr>
        <p:spPr>
          <a:xfrm>
            <a:off x="3373054" y="957200"/>
            <a:ext cx="3429000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600" dirty="0" err="1">
                <a:latin typeface="STKaiti" panose="02010600040101010101" pitchFamily="2" charset="-122"/>
                <a:ea typeface="STKaiti" panose="02010600040101010101" pitchFamily="2" charset="-122"/>
              </a:rPr>
              <a:t>pí</a:t>
            </a:r>
            <a:r>
              <a:rPr lang="en-US" altLang="zh-CN" sz="1600" dirty="0">
                <a:latin typeface="STKaiti" panose="02010600040101010101" pitchFamily="2" charset="-122"/>
                <a:ea typeface="STKaiti" panose="02010600040101010101" pitchFamily="2" charset="-122"/>
              </a:rPr>
              <a:t> </a:t>
            </a:r>
            <a:r>
              <a:rPr lang="en-US" altLang="zh-CN" sz="1600" dirty="0" err="1">
                <a:latin typeface="STKaiti" panose="02010600040101010101" pitchFamily="2" charset="-122"/>
                <a:ea typeface="STKaiti" panose="02010600040101010101" pitchFamily="2" charset="-122"/>
              </a:rPr>
              <a:t>pí</a:t>
            </a:r>
            <a:r>
              <a:rPr lang="en-US" altLang="zh-CN" sz="1600" dirty="0">
                <a:latin typeface="STKaiti" panose="02010600040101010101" pitchFamily="2" charset="-122"/>
                <a:ea typeface="STKaiti" panose="02010600040101010101" pitchFamily="2" charset="-122"/>
              </a:rPr>
              <a:t> </a:t>
            </a:r>
            <a:r>
              <a:rPr lang="en-US" altLang="zh-CN" sz="1600" dirty="0" err="1">
                <a:latin typeface="STKaiti" panose="02010600040101010101" pitchFamily="2" charset="-122"/>
                <a:ea typeface="STKaiti" panose="02010600040101010101" pitchFamily="2" charset="-122"/>
              </a:rPr>
              <a:t>hé</a:t>
            </a:r>
            <a:r>
              <a:rPr lang="en-US" altLang="zh-CN" sz="1600" dirty="0">
                <a:latin typeface="STKaiti" panose="02010600040101010101" pitchFamily="2" charset="-122"/>
                <a:ea typeface="STKaiti" panose="02010600040101010101" pitchFamily="2" charset="-122"/>
              </a:rPr>
              <a:t> </a:t>
            </a:r>
            <a:r>
              <a:rPr lang="en-US" altLang="zh-CN" sz="1600" dirty="0" err="1">
                <a:latin typeface="STKaiti" panose="02010600040101010101" pitchFamily="2" charset="-122"/>
                <a:ea typeface="STKaiti" panose="02010600040101010101" pitchFamily="2" charset="-122"/>
              </a:rPr>
              <a:t>xiǎo</a:t>
            </a:r>
            <a:r>
              <a:rPr lang="en-US" altLang="zh-CN" sz="1600" dirty="0">
                <a:latin typeface="STKaiti" panose="02010600040101010101" pitchFamily="2" charset="-122"/>
                <a:ea typeface="STKaiti" panose="02010600040101010101" pitchFamily="2" charset="-122"/>
              </a:rPr>
              <a:t> </a:t>
            </a:r>
            <a:r>
              <a:rPr lang="en-US" altLang="zh-CN" sz="1600" dirty="0" err="1">
                <a:latin typeface="STKaiti" panose="02010600040101010101" pitchFamily="2" charset="-122"/>
                <a:ea typeface="STKaiti" panose="02010600040101010101" pitchFamily="2" charset="-122"/>
              </a:rPr>
              <a:t>yú</a:t>
            </a:r>
            <a:r>
              <a:rPr lang="en-US" altLang="zh-CN" sz="1600" dirty="0">
                <a:latin typeface="STKaiti" panose="02010600040101010101" pitchFamily="2" charset="-122"/>
                <a:ea typeface="STKaiti" panose="02010600040101010101" pitchFamily="2" charset="-122"/>
              </a:rPr>
              <a:t> </a:t>
            </a:r>
            <a:r>
              <a:rPr lang="en-US" altLang="zh-CN" sz="1600" dirty="0" err="1">
                <a:latin typeface="STKaiti" panose="02010600040101010101" pitchFamily="2" charset="-122"/>
                <a:ea typeface="STKaiti" panose="02010600040101010101" pitchFamily="2" charset="-122"/>
              </a:rPr>
              <a:t>yì</a:t>
            </a:r>
            <a:r>
              <a:rPr lang="en-US" altLang="zh-CN" sz="1600" dirty="0">
                <a:latin typeface="STKaiti" panose="02010600040101010101" pitchFamily="2" charset="-122"/>
                <a:ea typeface="STKaiti" panose="02010600040101010101" pitchFamily="2" charset="-122"/>
              </a:rPr>
              <a:t> </a:t>
            </a:r>
            <a:r>
              <a:rPr lang="en-US" altLang="zh-CN" sz="1600" dirty="0" err="1">
                <a:latin typeface="STKaiti" panose="02010600040101010101" pitchFamily="2" charset="-122"/>
                <a:ea typeface="STKaiti" panose="02010600040101010101" pitchFamily="2" charset="-122"/>
              </a:rPr>
              <a:t>qǐ</a:t>
            </a:r>
            <a:r>
              <a:rPr lang="en-US" altLang="zh-CN" sz="1600" dirty="0">
                <a:latin typeface="STKaiti" panose="02010600040101010101" pitchFamily="2" charset="-122"/>
                <a:ea typeface="STKaiti" panose="02010600040101010101" pitchFamily="2" charset="-122"/>
              </a:rPr>
              <a:t> </a:t>
            </a:r>
            <a:r>
              <a:rPr lang="en-US" altLang="zh-CN" sz="1600" dirty="0" err="1">
                <a:latin typeface="STKaiti" panose="02010600040101010101" pitchFamily="2" charset="-122"/>
                <a:ea typeface="STKaiti" panose="02010600040101010101" pitchFamily="2" charset="-122"/>
              </a:rPr>
              <a:t>wǎng</a:t>
            </a:r>
            <a:r>
              <a:rPr lang="en-US" altLang="zh-CN" sz="1600" dirty="0">
                <a:latin typeface="STKaiti" panose="02010600040101010101" pitchFamily="2" charset="-122"/>
                <a:ea typeface="STKaiti" panose="02010600040101010101" pitchFamily="2" charset="-122"/>
              </a:rPr>
              <a:t> </a:t>
            </a:r>
            <a:r>
              <a:rPr lang="en-US" altLang="zh-CN" sz="1600" dirty="0" err="1">
                <a:latin typeface="STKaiti" panose="02010600040101010101" pitchFamily="2" charset="-122"/>
                <a:ea typeface="STKaiti" panose="02010600040101010101" pitchFamily="2" charset="-122"/>
              </a:rPr>
              <a:t>qián</a:t>
            </a:r>
            <a:r>
              <a:rPr lang="en-US" altLang="zh-CN" sz="1600" dirty="0">
                <a:latin typeface="STKaiti" panose="02010600040101010101" pitchFamily="2" charset="-122"/>
                <a:ea typeface="STKaiti" panose="02010600040101010101" pitchFamily="2" charset="-122"/>
              </a:rPr>
              <a:t> </a:t>
            </a:r>
            <a:r>
              <a:rPr lang="en-US" altLang="zh-CN" sz="1600" dirty="0" err="1">
                <a:latin typeface="STKaiti" panose="02010600040101010101" pitchFamily="2" charset="-122"/>
                <a:ea typeface="STKaiti" panose="02010600040101010101" pitchFamily="2" charset="-122"/>
              </a:rPr>
              <a:t>zǒu</a:t>
            </a:r>
            <a:endParaRPr lang="en-US" altLang="zh-CN" sz="1600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r>
              <a:rPr lang="zh-CN" altLang="en-US" sz="1600" dirty="0">
                <a:latin typeface="STKaiti" panose="02010600040101010101" pitchFamily="2" charset="-122"/>
                <a:ea typeface="STKaiti" panose="02010600040101010101" pitchFamily="2" charset="-122"/>
              </a:rPr>
              <a:t>皮皮和小鱼一起往前走。</a:t>
            </a:r>
          </a:p>
          <a:p>
            <a:r>
              <a:rPr lang="en-US" altLang="zh-CN" sz="1600" dirty="0" err="1">
                <a:latin typeface="STKaiti" panose="02010600040101010101" pitchFamily="2" charset="-122"/>
                <a:ea typeface="STKaiti" panose="02010600040101010101" pitchFamily="2" charset="-122"/>
              </a:rPr>
              <a:t>yuǎn</a:t>
            </a:r>
            <a:r>
              <a:rPr lang="en-US" altLang="zh-CN" sz="1600" dirty="0">
                <a:latin typeface="STKaiti" panose="02010600040101010101" pitchFamily="2" charset="-122"/>
                <a:ea typeface="STKaiti" panose="02010600040101010101" pitchFamily="2" charset="-122"/>
              </a:rPr>
              <a:t> </a:t>
            </a:r>
            <a:r>
              <a:rPr lang="en-US" altLang="zh-CN" sz="1600" dirty="0" err="1">
                <a:latin typeface="STKaiti" panose="02010600040101010101" pitchFamily="2" charset="-122"/>
                <a:ea typeface="STKaiti" panose="02010600040101010101" pitchFamily="2" charset="-122"/>
              </a:rPr>
              <a:t>chù</a:t>
            </a:r>
            <a:r>
              <a:rPr lang="en-US" altLang="zh-CN" sz="1600" dirty="0">
                <a:latin typeface="STKaiti" panose="02010600040101010101" pitchFamily="2" charset="-122"/>
                <a:ea typeface="STKaiti" panose="02010600040101010101" pitchFamily="2" charset="-122"/>
              </a:rPr>
              <a:t> </a:t>
            </a:r>
            <a:r>
              <a:rPr lang="en-US" altLang="zh-CN" sz="1600" dirty="0" err="1">
                <a:latin typeface="STKaiti" panose="02010600040101010101" pitchFamily="2" charset="-122"/>
                <a:ea typeface="STKaiti" panose="02010600040101010101" pitchFamily="2" charset="-122"/>
              </a:rPr>
              <a:t>yǒu</a:t>
            </a:r>
            <a:r>
              <a:rPr lang="en-US" altLang="zh-CN" sz="1600" dirty="0">
                <a:latin typeface="STKaiti" panose="02010600040101010101" pitchFamily="2" charset="-122"/>
                <a:ea typeface="STKaiti" panose="02010600040101010101" pitchFamily="2" charset="-122"/>
              </a:rPr>
              <a:t> </a:t>
            </a:r>
            <a:r>
              <a:rPr lang="en-US" altLang="zh-CN" sz="1600" dirty="0" err="1">
                <a:latin typeface="STKaiti" panose="02010600040101010101" pitchFamily="2" charset="-122"/>
                <a:ea typeface="STKaiti" panose="02010600040101010101" pitchFamily="2" charset="-122"/>
              </a:rPr>
              <a:t>gāo</a:t>
            </a:r>
            <a:r>
              <a:rPr lang="en-US" altLang="zh-CN" sz="1600" dirty="0">
                <a:latin typeface="STKaiti" panose="02010600040101010101" pitchFamily="2" charset="-122"/>
                <a:ea typeface="STKaiti" panose="02010600040101010101" pitchFamily="2" charset="-122"/>
              </a:rPr>
              <a:t> </a:t>
            </a:r>
            <a:r>
              <a:rPr lang="en-US" altLang="zh-CN" sz="1600" dirty="0" err="1">
                <a:latin typeface="STKaiti" panose="02010600040101010101" pitchFamily="2" charset="-122"/>
                <a:ea typeface="STKaiti" panose="02010600040101010101" pitchFamily="2" charset="-122"/>
              </a:rPr>
              <a:t>gāo</a:t>
            </a:r>
            <a:r>
              <a:rPr lang="en-US" altLang="zh-CN" sz="1600" dirty="0">
                <a:latin typeface="STKaiti" panose="02010600040101010101" pitchFamily="2" charset="-122"/>
                <a:ea typeface="STKaiti" panose="02010600040101010101" pitchFamily="2" charset="-122"/>
              </a:rPr>
              <a:t> de </a:t>
            </a:r>
            <a:r>
              <a:rPr lang="en-US" altLang="zh-CN" sz="1600" dirty="0" err="1">
                <a:latin typeface="STKaiti" panose="02010600040101010101" pitchFamily="2" charset="-122"/>
                <a:ea typeface="STKaiti" panose="02010600040101010101" pitchFamily="2" charset="-122"/>
              </a:rPr>
              <a:t>shān</a:t>
            </a:r>
            <a:endParaRPr lang="en-US" altLang="zh-CN" sz="1600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r>
              <a:rPr lang="zh-CN" altLang="en-US" sz="1600" dirty="0">
                <a:latin typeface="STKaiti" panose="02010600040101010101" pitchFamily="2" charset="-122"/>
                <a:ea typeface="STKaiti" panose="02010600040101010101" pitchFamily="2" charset="-122"/>
              </a:rPr>
              <a:t>远   处  有   高高    的山，</a:t>
            </a:r>
            <a:endParaRPr lang="en-US" altLang="zh-CN" sz="1600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r>
              <a:rPr lang="en-US" altLang="zh-CN" sz="1600" dirty="0">
                <a:latin typeface="STKaiti" panose="02010600040101010101" pitchFamily="2" charset="-122"/>
                <a:ea typeface="STKaiti" panose="02010600040101010101" pitchFamily="2" charset="-122"/>
              </a:rPr>
              <a:t> </a:t>
            </a:r>
            <a:r>
              <a:rPr lang="en-US" altLang="zh-CN" sz="1600" dirty="0" err="1">
                <a:latin typeface="STKaiti" panose="02010600040101010101" pitchFamily="2" charset="-122"/>
                <a:ea typeface="STKaiti" panose="02010600040101010101" pitchFamily="2" charset="-122"/>
              </a:rPr>
              <a:t>hái</a:t>
            </a:r>
            <a:r>
              <a:rPr lang="en-US" altLang="zh-CN" sz="1600" dirty="0">
                <a:latin typeface="STKaiti" panose="02010600040101010101" pitchFamily="2" charset="-122"/>
                <a:ea typeface="STKaiti" panose="02010600040101010101" pitchFamily="2" charset="-122"/>
              </a:rPr>
              <a:t> </a:t>
            </a:r>
            <a:r>
              <a:rPr lang="en-US" altLang="zh-CN" sz="1600" dirty="0" err="1">
                <a:latin typeface="STKaiti" panose="02010600040101010101" pitchFamily="2" charset="-122"/>
                <a:ea typeface="STKaiti" panose="02010600040101010101" pitchFamily="2" charset="-122"/>
              </a:rPr>
              <a:t>yǒu</a:t>
            </a:r>
            <a:r>
              <a:rPr lang="en-US" altLang="zh-CN" sz="1600" dirty="0">
                <a:latin typeface="STKaiti" panose="02010600040101010101" pitchFamily="2" charset="-122"/>
                <a:ea typeface="STKaiti" panose="02010600040101010101" pitchFamily="2" charset="-122"/>
              </a:rPr>
              <a:t> </a:t>
            </a:r>
            <a:r>
              <a:rPr lang="en-US" altLang="zh-CN" sz="1600" dirty="0" err="1">
                <a:latin typeface="STKaiti" panose="02010600040101010101" pitchFamily="2" charset="-122"/>
                <a:ea typeface="STKaiti" panose="02010600040101010101" pitchFamily="2" charset="-122"/>
              </a:rPr>
              <a:t>bái</a:t>
            </a:r>
            <a:r>
              <a:rPr lang="en-US" altLang="zh-CN" sz="1600" dirty="0">
                <a:latin typeface="STKaiti" panose="02010600040101010101" pitchFamily="2" charset="-122"/>
                <a:ea typeface="STKaiti" panose="02010600040101010101" pitchFamily="2" charset="-122"/>
              </a:rPr>
              <a:t> </a:t>
            </a:r>
            <a:r>
              <a:rPr lang="en-US" altLang="zh-CN" sz="1600" dirty="0" err="1">
                <a:latin typeface="STKaiti" panose="02010600040101010101" pitchFamily="2" charset="-122"/>
                <a:ea typeface="STKaiti" panose="02010600040101010101" pitchFamily="2" charset="-122"/>
              </a:rPr>
              <a:t>bái</a:t>
            </a:r>
            <a:r>
              <a:rPr lang="en-US" altLang="zh-CN" sz="1600" dirty="0">
                <a:latin typeface="STKaiti" panose="02010600040101010101" pitchFamily="2" charset="-122"/>
                <a:ea typeface="STKaiti" panose="02010600040101010101" pitchFamily="2" charset="-122"/>
              </a:rPr>
              <a:t> de </a:t>
            </a:r>
            <a:r>
              <a:rPr lang="en-US" altLang="zh-CN" sz="1600" dirty="0" err="1">
                <a:latin typeface="STKaiti" panose="02010600040101010101" pitchFamily="2" charset="-122"/>
                <a:ea typeface="STKaiti" panose="02010600040101010101" pitchFamily="2" charset="-122"/>
              </a:rPr>
              <a:t>yún</a:t>
            </a:r>
            <a:endParaRPr lang="en-US" altLang="zh-CN" sz="1600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r>
              <a:rPr lang="zh-CN" altLang="en-US" sz="1600" dirty="0">
                <a:latin typeface="STKaiti" panose="02010600040101010101" pitchFamily="2" charset="-122"/>
                <a:ea typeface="STKaiti" panose="02010600040101010101" pitchFamily="2" charset="-122"/>
              </a:rPr>
              <a:t>还有  白白的云。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06A6F4C-55BD-D400-D170-8F18800BDBC1}"/>
              </a:ext>
            </a:extLst>
          </p:cNvPr>
          <p:cNvSpPr txBox="1"/>
          <p:nvPr/>
        </p:nvSpPr>
        <p:spPr>
          <a:xfrm>
            <a:off x="3373054" y="2753769"/>
            <a:ext cx="2817013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>
                <a:latin typeface="Charm" pitchFamily="2" charset="-34"/>
                <a:cs typeface="Charm" pitchFamily="2" charset="-34"/>
              </a:rPr>
              <a:t>Peter and Fish walked on.</a:t>
            </a:r>
          </a:p>
          <a:p>
            <a:r>
              <a:rPr lang="en-US" sz="1600" dirty="0">
                <a:latin typeface="Charm" pitchFamily="2" charset="-34"/>
                <a:cs typeface="Charm" pitchFamily="2" charset="-34"/>
              </a:rPr>
              <a:t>There were tall mountains</a:t>
            </a:r>
            <a:r>
              <a:rPr lang="zh-CN" altLang="en-US" sz="1600" dirty="0">
                <a:latin typeface="Charm" pitchFamily="2" charset="-34"/>
                <a:cs typeface="Charm" pitchFamily="2" charset="-34"/>
              </a:rPr>
              <a:t> </a:t>
            </a:r>
            <a:r>
              <a:rPr lang="en-US" sz="1600" dirty="0">
                <a:latin typeface="Charm" pitchFamily="2" charset="-34"/>
                <a:cs typeface="Charm" pitchFamily="2" charset="-34"/>
              </a:rPr>
              <a:t>and white clouds ahead.</a:t>
            </a:r>
          </a:p>
          <a:p>
            <a:endParaRPr lang="en-US" sz="1600" dirty="0">
              <a:latin typeface="Charm" pitchFamily="2" charset="-34"/>
              <a:cs typeface="Charm" pitchFamily="2" charset="-34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0C4FB7D-BEB6-D860-FC98-FD142A323DB5}"/>
              </a:ext>
            </a:extLst>
          </p:cNvPr>
          <p:cNvSpPr txBox="1"/>
          <p:nvPr/>
        </p:nvSpPr>
        <p:spPr>
          <a:xfrm>
            <a:off x="191712" y="5366472"/>
            <a:ext cx="3420651" cy="2062103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>
              <a:defRPr sz="2000">
                <a:latin typeface="STKaiti" panose="02010600040101010101" pitchFamily="2" charset="-122"/>
                <a:ea typeface="STKaiti" panose="02010600040101010101" pitchFamily="2" charset="-122"/>
              </a:defRPr>
            </a:lvl1pPr>
          </a:lstStyle>
          <a:p>
            <a:r>
              <a:rPr lang="en-US" sz="1600" dirty="0" err="1"/>
              <a:t>zǒu</a:t>
            </a:r>
            <a:r>
              <a:rPr lang="en-US" sz="1600" dirty="0"/>
              <a:t> </a:t>
            </a:r>
            <a:r>
              <a:rPr lang="en-US" sz="1600" dirty="0" err="1"/>
              <a:t>zhe</a:t>
            </a:r>
            <a:r>
              <a:rPr lang="en-US" sz="1600" dirty="0"/>
              <a:t> </a:t>
            </a:r>
            <a:r>
              <a:rPr lang="en-US" sz="1600" dirty="0" err="1"/>
              <a:t>zǒu</a:t>
            </a:r>
            <a:r>
              <a:rPr lang="en-US" sz="1600" dirty="0"/>
              <a:t> </a:t>
            </a:r>
            <a:r>
              <a:rPr lang="en-US" sz="1600" dirty="0" err="1"/>
              <a:t>zhe</a:t>
            </a:r>
            <a:endParaRPr lang="en-US" sz="1600" dirty="0"/>
          </a:p>
          <a:p>
            <a:r>
              <a:rPr lang="zh-CN" altLang="en-US" sz="1600" dirty="0"/>
              <a:t>走着走着，</a:t>
            </a:r>
            <a:r>
              <a:rPr lang="en-US" altLang="zh-CN" sz="1600" dirty="0"/>
              <a:t> </a:t>
            </a:r>
          </a:p>
          <a:p>
            <a:r>
              <a:rPr lang="en-US" sz="1600" dirty="0" err="1"/>
              <a:t>pí</a:t>
            </a:r>
            <a:r>
              <a:rPr lang="en-US" sz="1600" dirty="0"/>
              <a:t> </a:t>
            </a:r>
            <a:r>
              <a:rPr lang="en-US" sz="1600" dirty="0" err="1"/>
              <a:t>pí</a:t>
            </a:r>
            <a:r>
              <a:rPr lang="en-US" sz="1600" dirty="0"/>
              <a:t> </a:t>
            </a:r>
            <a:r>
              <a:rPr lang="en-US" sz="1600" dirty="0" err="1"/>
              <a:t>hū</a:t>
            </a:r>
            <a:r>
              <a:rPr lang="en-US" sz="1600" dirty="0"/>
              <a:t> </a:t>
            </a:r>
            <a:r>
              <a:rPr lang="en-US" sz="1600" dirty="0" err="1"/>
              <a:t>rán</a:t>
            </a:r>
            <a:r>
              <a:rPr lang="en-US" sz="1600" dirty="0"/>
              <a:t> </a:t>
            </a:r>
            <a:r>
              <a:rPr lang="en-US" sz="1600" dirty="0" err="1"/>
              <a:t>tíng</a:t>
            </a:r>
            <a:r>
              <a:rPr lang="en-US" sz="1600" dirty="0"/>
              <a:t> </a:t>
            </a:r>
            <a:r>
              <a:rPr lang="en-US" sz="1600" dirty="0" err="1"/>
              <a:t>xià</a:t>
            </a:r>
            <a:endParaRPr lang="en-US" sz="1600" dirty="0"/>
          </a:p>
          <a:p>
            <a:r>
              <a:rPr lang="zh-CN" altLang="en-US" sz="1600" dirty="0"/>
              <a:t>皮皮忽然停下。</a:t>
            </a:r>
            <a:endParaRPr lang="en-US" sz="1600" dirty="0"/>
          </a:p>
          <a:p>
            <a:r>
              <a:rPr lang="en-US" sz="1600" dirty="0" err="1"/>
              <a:t>bà</a:t>
            </a:r>
            <a:r>
              <a:rPr lang="en-US" sz="1600" dirty="0"/>
              <a:t> </a:t>
            </a:r>
            <a:r>
              <a:rPr lang="en-US" sz="1600" dirty="0" err="1"/>
              <a:t>ba</a:t>
            </a:r>
            <a:r>
              <a:rPr lang="en-US" sz="1600" dirty="0"/>
              <a:t> </a:t>
            </a:r>
            <a:r>
              <a:rPr lang="en-US" sz="1600" dirty="0" err="1"/>
              <a:t>mā</a:t>
            </a:r>
            <a:r>
              <a:rPr lang="en-US" sz="1600" dirty="0"/>
              <a:t> ma </a:t>
            </a:r>
            <a:r>
              <a:rPr lang="en-US" sz="1600" dirty="0" err="1"/>
              <a:t>zhǎo</a:t>
            </a:r>
            <a:r>
              <a:rPr lang="en-US" sz="1600" dirty="0"/>
              <a:t> </a:t>
            </a:r>
            <a:r>
              <a:rPr lang="en-US" sz="1600" dirty="0" err="1"/>
              <a:t>bú</a:t>
            </a:r>
            <a:r>
              <a:rPr lang="en-US" sz="1600" dirty="0"/>
              <a:t> </a:t>
            </a:r>
            <a:r>
              <a:rPr lang="en-US" sz="1600" dirty="0" err="1"/>
              <a:t>dào</a:t>
            </a:r>
            <a:r>
              <a:rPr lang="en-US" sz="1600" dirty="0"/>
              <a:t> </a:t>
            </a:r>
            <a:r>
              <a:rPr lang="en-US" sz="1600" dirty="0" err="1"/>
              <a:t>wǒ</a:t>
            </a:r>
            <a:endParaRPr lang="en-US" sz="1600" dirty="0"/>
          </a:p>
          <a:p>
            <a:r>
              <a:rPr lang="zh-CN" altLang="en-US" sz="1600" dirty="0"/>
              <a:t>“爸爸</a:t>
            </a:r>
            <a:r>
              <a:rPr lang="en-US" altLang="zh-CN" sz="1600" dirty="0"/>
              <a:t> </a:t>
            </a:r>
            <a:r>
              <a:rPr lang="zh-CN" altLang="en-US" sz="1600" dirty="0"/>
              <a:t>妈妈</a:t>
            </a:r>
            <a:r>
              <a:rPr lang="en-US" altLang="zh-CN" sz="1600" dirty="0"/>
              <a:t>  </a:t>
            </a:r>
            <a:r>
              <a:rPr lang="zh-CN" altLang="en-US" sz="1600" dirty="0"/>
              <a:t>找</a:t>
            </a:r>
            <a:r>
              <a:rPr lang="en-US" altLang="zh-CN" sz="1600" dirty="0"/>
              <a:t>  </a:t>
            </a:r>
            <a:r>
              <a:rPr lang="zh-CN" altLang="en-US" sz="1600" dirty="0"/>
              <a:t>不</a:t>
            </a:r>
            <a:r>
              <a:rPr lang="en-US" altLang="zh-CN" sz="1600" dirty="0"/>
              <a:t> </a:t>
            </a:r>
            <a:r>
              <a:rPr lang="zh-CN" altLang="en-US" sz="1600" dirty="0"/>
              <a:t>到</a:t>
            </a:r>
            <a:r>
              <a:rPr lang="en-US" altLang="zh-CN" sz="1600" dirty="0"/>
              <a:t> </a:t>
            </a:r>
            <a:r>
              <a:rPr lang="zh-CN" altLang="en-US" sz="1600" dirty="0"/>
              <a:t>我，</a:t>
            </a:r>
            <a:endParaRPr lang="en-US" altLang="zh-CN" sz="1600" dirty="0"/>
          </a:p>
          <a:p>
            <a:r>
              <a:rPr lang="en-US" sz="1600" dirty="0" err="1"/>
              <a:t>huì</a:t>
            </a:r>
            <a:r>
              <a:rPr lang="en-US" sz="1600" dirty="0"/>
              <a:t> </a:t>
            </a:r>
            <a:r>
              <a:rPr lang="en-US" sz="1600" dirty="0" err="1"/>
              <a:t>bú</a:t>
            </a:r>
            <a:r>
              <a:rPr lang="en-US" sz="1600" dirty="0"/>
              <a:t> </a:t>
            </a:r>
            <a:r>
              <a:rPr lang="en-US" sz="1600" dirty="0" err="1"/>
              <a:t>huì</a:t>
            </a:r>
            <a:r>
              <a:rPr lang="en-US" sz="1600" dirty="0"/>
              <a:t> </a:t>
            </a:r>
            <a:r>
              <a:rPr lang="en-US" sz="1600" dirty="0" err="1"/>
              <a:t>hěn</a:t>
            </a:r>
            <a:r>
              <a:rPr lang="en-US" sz="1600" dirty="0"/>
              <a:t> </a:t>
            </a:r>
            <a:r>
              <a:rPr lang="en-US" sz="1600" dirty="0" err="1"/>
              <a:t>zháo</a:t>
            </a:r>
            <a:r>
              <a:rPr lang="en-US" sz="1600" dirty="0"/>
              <a:t> </a:t>
            </a:r>
            <a:r>
              <a:rPr lang="en-US" sz="1600" dirty="0" err="1"/>
              <a:t>jí</a:t>
            </a:r>
            <a:endParaRPr lang="en-US" sz="1600" dirty="0"/>
          </a:p>
          <a:p>
            <a:r>
              <a:rPr lang="zh-CN" altLang="en-US" sz="1600" dirty="0"/>
              <a:t>会不会很着急？”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3D9BA1E-117D-12B2-153C-89ED482C822C}"/>
              </a:ext>
            </a:extLst>
          </p:cNvPr>
          <p:cNvSpPr txBox="1"/>
          <p:nvPr/>
        </p:nvSpPr>
        <p:spPr>
          <a:xfrm>
            <a:off x="191712" y="7735725"/>
            <a:ext cx="3476624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>
              <a:defRPr>
                <a:latin typeface="Abadi" panose="020B0604020104020204" pitchFamily="34" charset="77"/>
              </a:defRPr>
            </a:lvl1pPr>
          </a:lstStyle>
          <a:p>
            <a:r>
              <a:rPr lang="en-US" sz="1600" dirty="0">
                <a:latin typeface="Charm" pitchFamily="2" charset="-34"/>
                <a:cs typeface="Charm" pitchFamily="2" charset="-34"/>
              </a:rPr>
              <a:t>Peter stopped.</a:t>
            </a:r>
          </a:p>
          <a:p>
            <a:r>
              <a:rPr lang="en-US" sz="1600" dirty="0">
                <a:latin typeface="Charm" pitchFamily="2" charset="-34"/>
                <a:cs typeface="Charm" pitchFamily="2" charset="-34"/>
              </a:rPr>
              <a:t>“Will Mom and Dad be worried </a:t>
            </a:r>
          </a:p>
          <a:p>
            <a:r>
              <a:rPr lang="en-US" sz="1600" dirty="0">
                <a:latin typeface="Charm" pitchFamily="2" charset="-34"/>
                <a:cs typeface="Charm" pitchFamily="2" charset="-34"/>
              </a:rPr>
              <a:t>because I am gone?”</a:t>
            </a:r>
          </a:p>
        </p:txBody>
      </p:sp>
      <p:sp>
        <p:nvSpPr>
          <p:cNvPr id="21" name="Slide Number Placeholder 20">
            <a:extLst>
              <a:ext uri="{FF2B5EF4-FFF2-40B4-BE49-F238E27FC236}">
                <a16:creationId xmlns:a16="http://schemas.microsoft.com/office/drawing/2014/main" id="{181FDCBD-AABE-6487-9325-97647420C5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D18141-EABD-1941-A9BC-32C3BC21E60E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004861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CFC86F-6D50-FA3F-C2B5-1CE3B86428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3A7FB8F4-63AC-E78D-6F8C-195829BCC011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70000"/>
          </a:blip>
          <a:stretch>
            <a:fillRect/>
          </a:stretch>
        </p:blipFill>
        <p:spPr>
          <a:xfrm>
            <a:off x="0" y="4292884"/>
            <a:ext cx="6858000" cy="5064369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F3258A38-820F-0C3D-6F8C-296C2C25178F}"/>
              </a:ext>
            </a:extLst>
          </p:cNvPr>
          <p:cNvSpPr txBox="1"/>
          <p:nvPr/>
        </p:nvSpPr>
        <p:spPr>
          <a:xfrm>
            <a:off x="367154" y="548747"/>
            <a:ext cx="5895480" cy="30469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2000">
                <a:latin typeface="STKaiti" panose="02010600040101010101" pitchFamily="2" charset="-122"/>
                <a:ea typeface="STKaiti" panose="02010600040101010101" pitchFamily="2" charset="-122"/>
              </a:defRPr>
            </a:lvl1pPr>
          </a:lstStyle>
          <a:p>
            <a:r>
              <a:rPr lang="en-US" altLang="zh-CN" sz="1600" dirty="0" err="1"/>
              <a:t>xiǎo</a:t>
            </a:r>
            <a:r>
              <a:rPr lang="en-US" altLang="zh-CN" sz="1600" dirty="0"/>
              <a:t> </a:t>
            </a:r>
            <a:r>
              <a:rPr lang="en-US" altLang="zh-CN" sz="1600" dirty="0" err="1"/>
              <a:t>yú</a:t>
            </a:r>
            <a:r>
              <a:rPr lang="en-US" altLang="zh-CN" sz="1600" dirty="0"/>
              <a:t> </a:t>
            </a:r>
            <a:r>
              <a:rPr lang="en-US" altLang="zh-CN" sz="1600" dirty="0" err="1"/>
              <a:t>xiào</a:t>
            </a:r>
            <a:r>
              <a:rPr lang="en-US" altLang="zh-CN" sz="1600" dirty="0"/>
              <a:t> </a:t>
            </a:r>
            <a:r>
              <a:rPr lang="en-US" altLang="zh-CN" sz="1600" dirty="0" err="1"/>
              <a:t>zhe</a:t>
            </a:r>
            <a:r>
              <a:rPr lang="en-US" altLang="zh-CN" sz="1600" dirty="0"/>
              <a:t> </a:t>
            </a:r>
            <a:r>
              <a:rPr lang="en-US" altLang="zh-CN" sz="1600" dirty="0" err="1"/>
              <a:t>shuō</a:t>
            </a:r>
            <a:r>
              <a:rPr lang="en-US" altLang="zh-CN" sz="1600" dirty="0"/>
              <a:t> </a:t>
            </a:r>
          </a:p>
          <a:p>
            <a:r>
              <a:rPr lang="zh-CN" altLang="en-US" sz="1600" dirty="0"/>
              <a:t>小鱼笑着说：</a:t>
            </a:r>
            <a:endParaRPr lang="en-US" altLang="zh-CN" sz="1600" dirty="0"/>
          </a:p>
          <a:p>
            <a:r>
              <a:rPr lang="en-US" altLang="zh-CN" sz="1600" dirty="0" err="1"/>
              <a:t>bié</a:t>
            </a:r>
            <a:r>
              <a:rPr lang="en-US" altLang="zh-CN" sz="1600" dirty="0"/>
              <a:t> </a:t>
            </a:r>
            <a:r>
              <a:rPr lang="en-US" altLang="zh-CN" sz="1600" dirty="0" err="1"/>
              <a:t>dān</a:t>
            </a:r>
            <a:r>
              <a:rPr lang="en-US" altLang="zh-CN" sz="1600" dirty="0"/>
              <a:t> </a:t>
            </a:r>
            <a:r>
              <a:rPr lang="en-US" altLang="zh-CN" sz="1600" dirty="0" err="1"/>
              <a:t>xīn</a:t>
            </a:r>
            <a:r>
              <a:rPr lang="en-US" altLang="zh-CN" sz="1600" dirty="0"/>
              <a:t> </a:t>
            </a:r>
            <a:r>
              <a:rPr lang="en-US" altLang="zh-CN" sz="1600" dirty="0" err="1"/>
              <a:t>lái</a:t>
            </a:r>
            <a:r>
              <a:rPr lang="en-US" altLang="zh-CN" sz="1600" dirty="0"/>
              <a:t> </a:t>
            </a:r>
            <a:r>
              <a:rPr lang="en-US" altLang="zh-CN" sz="1600" dirty="0" err="1"/>
              <a:t>dào</a:t>
            </a:r>
            <a:r>
              <a:rPr lang="en-US" altLang="zh-CN" sz="1600" dirty="0"/>
              <a:t> </a:t>
            </a:r>
            <a:r>
              <a:rPr lang="en-US" altLang="zh-CN" sz="1600" dirty="0" err="1"/>
              <a:t>zhè</a:t>
            </a:r>
            <a:r>
              <a:rPr lang="en-US" altLang="zh-CN" sz="1600" dirty="0"/>
              <a:t> </a:t>
            </a:r>
            <a:r>
              <a:rPr lang="en-US" altLang="zh-CN" sz="1600" dirty="0" err="1"/>
              <a:t>lǐ</a:t>
            </a:r>
            <a:r>
              <a:rPr lang="en-US" altLang="zh-CN" sz="1600" dirty="0"/>
              <a:t> de </a:t>
            </a:r>
            <a:r>
              <a:rPr lang="en-US" altLang="zh-CN" sz="1600" dirty="0" err="1"/>
              <a:t>zhǐ</a:t>
            </a:r>
            <a:r>
              <a:rPr lang="en-US" altLang="zh-CN" sz="1600" dirty="0"/>
              <a:t> </a:t>
            </a:r>
            <a:r>
              <a:rPr lang="en-US" altLang="zh-CN" sz="1600" dirty="0" err="1"/>
              <a:t>shì</a:t>
            </a:r>
            <a:r>
              <a:rPr lang="en-US" altLang="zh-CN" sz="1600" dirty="0"/>
              <a:t> </a:t>
            </a:r>
            <a:r>
              <a:rPr lang="en-US" altLang="zh-CN" sz="1600" dirty="0" err="1"/>
              <a:t>nǐ</a:t>
            </a:r>
            <a:r>
              <a:rPr lang="en-US" altLang="zh-CN" sz="1600" dirty="0"/>
              <a:t> de </a:t>
            </a:r>
            <a:r>
              <a:rPr lang="en-US" altLang="zh-CN" sz="1600" dirty="0" err="1"/>
              <a:t>mèng</a:t>
            </a:r>
            <a:endParaRPr lang="zh-CN" altLang="en-US" sz="1600" dirty="0"/>
          </a:p>
          <a:p>
            <a:r>
              <a:rPr lang="zh-CN" altLang="en-US" sz="1600" dirty="0"/>
              <a:t>“别担心。来到这里的，只是你的梦。”</a:t>
            </a:r>
            <a:endParaRPr lang="en-US" altLang="zh-CN" sz="1600" dirty="0"/>
          </a:p>
          <a:p>
            <a:r>
              <a:rPr lang="en-US" altLang="zh-CN" sz="1600" dirty="0" err="1"/>
              <a:t>bì</a:t>
            </a:r>
            <a:r>
              <a:rPr lang="en-US" altLang="zh-CN" sz="1600" dirty="0"/>
              <a:t> </a:t>
            </a:r>
            <a:r>
              <a:rPr lang="en-US" altLang="zh-CN" sz="1600" dirty="0" err="1"/>
              <a:t>shàng</a:t>
            </a:r>
            <a:r>
              <a:rPr lang="en-US" altLang="zh-CN" sz="1600" dirty="0"/>
              <a:t> </a:t>
            </a:r>
            <a:r>
              <a:rPr lang="en-US" altLang="zh-CN" sz="1600" dirty="0" err="1"/>
              <a:t>yǎn</a:t>
            </a:r>
            <a:r>
              <a:rPr lang="en-US" altLang="zh-CN" sz="1600" dirty="0"/>
              <a:t> </a:t>
            </a:r>
            <a:r>
              <a:rPr lang="en-US" altLang="zh-CN" sz="1600" dirty="0" err="1"/>
              <a:t>jing</a:t>
            </a:r>
            <a:r>
              <a:rPr lang="en-US" altLang="zh-CN" sz="1600" dirty="0"/>
              <a:t> </a:t>
            </a:r>
            <a:r>
              <a:rPr lang="en-US" altLang="zh-CN" sz="1600" dirty="0" err="1"/>
              <a:t>xiǎng</a:t>
            </a:r>
            <a:r>
              <a:rPr lang="en-US" altLang="zh-CN" sz="1600" dirty="0"/>
              <a:t> </a:t>
            </a:r>
            <a:r>
              <a:rPr lang="en-US" altLang="zh-CN" sz="1600" dirty="0" err="1"/>
              <a:t>yì</a:t>
            </a:r>
            <a:r>
              <a:rPr lang="en-US" altLang="zh-CN" sz="1600" dirty="0"/>
              <a:t> </a:t>
            </a:r>
            <a:r>
              <a:rPr lang="en-US" altLang="zh-CN" sz="1600" dirty="0" err="1"/>
              <a:t>xiǎng</a:t>
            </a:r>
            <a:endParaRPr lang="en-US" altLang="zh-CN" sz="1600" dirty="0"/>
          </a:p>
          <a:p>
            <a:r>
              <a:rPr lang="zh-CN" altLang="en-US" sz="1600" dirty="0"/>
              <a:t>“闭上眼睛，想一想。”</a:t>
            </a:r>
            <a:endParaRPr lang="en-US" altLang="zh-CN" sz="1600" dirty="0"/>
          </a:p>
          <a:p>
            <a:r>
              <a:rPr lang="en-US" altLang="zh-CN" sz="1600" dirty="0" err="1"/>
              <a:t>pí</a:t>
            </a:r>
            <a:r>
              <a:rPr lang="en-US" altLang="zh-CN" sz="1600" dirty="0"/>
              <a:t> </a:t>
            </a:r>
            <a:r>
              <a:rPr lang="en-US" altLang="zh-CN" sz="1600" dirty="0" err="1"/>
              <a:t>pí</a:t>
            </a:r>
            <a:r>
              <a:rPr lang="en-US" altLang="zh-CN" sz="1600" dirty="0"/>
              <a:t> </a:t>
            </a:r>
            <a:r>
              <a:rPr lang="en-US" altLang="zh-CN" sz="1600" dirty="0" err="1"/>
              <a:t>qīng</a:t>
            </a:r>
            <a:r>
              <a:rPr lang="en-US" altLang="zh-CN" sz="1600" dirty="0"/>
              <a:t> </a:t>
            </a:r>
            <a:r>
              <a:rPr lang="en-US" altLang="zh-CN" sz="1600" dirty="0" err="1"/>
              <a:t>qīng</a:t>
            </a:r>
            <a:r>
              <a:rPr lang="en-US" altLang="zh-CN" sz="1600" dirty="0"/>
              <a:t> </a:t>
            </a:r>
            <a:r>
              <a:rPr lang="en-US" altLang="zh-CN" sz="1600" dirty="0" err="1"/>
              <a:t>bì</a:t>
            </a:r>
            <a:r>
              <a:rPr lang="en-US" altLang="zh-CN" sz="1600" dirty="0"/>
              <a:t> </a:t>
            </a:r>
            <a:r>
              <a:rPr lang="en-US" altLang="zh-CN" sz="1600" dirty="0" err="1"/>
              <a:t>shàng</a:t>
            </a:r>
            <a:r>
              <a:rPr lang="en-US" altLang="zh-CN" sz="1600" dirty="0"/>
              <a:t> </a:t>
            </a:r>
            <a:r>
              <a:rPr lang="en-US" altLang="zh-CN" sz="1600" dirty="0" err="1"/>
              <a:t>yǎn</a:t>
            </a:r>
            <a:endParaRPr lang="en-US" altLang="zh-CN" sz="1600" dirty="0"/>
          </a:p>
          <a:p>
            <a:r>
              <a:rPr lang="zh-CN" altLang="en-US" sz="1600" dirty="0"/>
              <a:t>皮皮轻轻闭上眼。</a:t>
            </a:r>
            <a:endParaRPr lang="en-US" altLang="zh-CN" sz="1600" dirty="0"/>
          </a:p>
          <a:p>
            <a:r>
              <a:rPr lang="en-US" altLang="zh-CN" sz="1600" dirty="0" err="1"/>
              <a:t>pí</a:t>
            </a:r>
            <a:r>
              <a:rPr lang="en-US" altLang="zh-CN" sz="1600" dirty="0"/>
              <a:t> </a:t>
            </a:r>
            <a:r>
              <a:rPr lang="en-US" altLang="zh-CN" sz="1600" dirty="0" err="1"/>
              <a:t>pí</a:t>
            </a:r>
            <a:r>
              <a:rPr lang="en-US" altLang="zh-CN" sz="1600" dirty="0"/>
              <a:t> </a:t>
            </a:r>
            <a:r>
              <a:rPr lang="en-US" altLang="zh-CN" sz="1600" dirty="0" err="1"/>
              <a:t>kàn</a:t>
            </a:r>
            <a:r>
              <a:rPr lang="en-US" altLang="zh-CN" sz="1600" dirty="0"/>
              <a:t> </a:t>
            </a:r>
            <a:r>
              <a:rPr lang="en-US" altLang="zh-CN" sz="1600" dirty="0" err="1"/>
              <a:t>jiàn</a:t>
            </a:r>
            <a:r>
              <a:rPr lang="en-US" altLang="zh-CN" sz="1600" dirty="0"/>
              <a:t> </a:t>
            </a:r>
            <a:r>
              <a:rPr lang="en-US" altLang="zh-CN" sz="1600" dirty="0" err="1"/>
              <a:t>zì</a:t>
            </a:r>
            <a:r>
              <a:rPr lang="en-US" altLang="zh-CN" sz="1600" dirty="0"/>
              <a:t> </a:t>
            </a:r>
            <a:r>
              <a:rPr lang="en-US" altLang="zh-CN" sz="1600" dirty="0" err="1"/>
              <a:t>jǐ</a:t>
            </a:r>
            <a:r>
              <a:rPr lang="en-US" altLang="zh-CN" sz="1600" dirty="0"/>
              <a:t> </a:t>
            </a:r>
            <a:r>
              <a:rPr lang="en-US" altLang="zh-CN" sz="1600" dirty="0" err="1"/>
              <a:t>yíng</a:t>
            </a:r>
            <a:r>
              <a:rPr lang="en-US" altLang="zh-CN" sz="1600" dirty="0"/>
              <a:t> le </a:t>
            </a:r>
            <a:r>
              <a:rPr lang="en-US" altLang="zh-CN" sz="1600" dirty="0" err="1"/>
              <a:t>bǐ</a:t>
            </a:r>
            <a:r>
              <a:rPr lang="en-US" altLang="zh-CN" sz="1600" dirty="0"/>
              <a:t> </a:t>
            </a:r>
            <a:r>
              <a:rPr lang="en-US" altLang="zh-CN" sz="1600" dirty="0" err="1"/>
              <a:t>sài</a:t>
            </a:r>
            <a:endParaRPr lang="en-US" altLang="zh-CN" sz="1600" dirty="0"/>
          </a:p>
          <a:p>
            <a:r>
              <a:rPr lang="zh-CN" altLang="en-US" sz="1600" dirty="0"/>
              <a:t>皮皮看见，自己赢了比赛。</a:t>
            </a:r>
          </a:p>
          <a:p>
            <a:r>
              <a:rPr lang="en-US" altLang="zh-CN" sz="1600" dirty="0" err="1"/>
              <a:t>bà</a:t>
            </a:r>
            <a:r>
              <a:rPr lang="en-US" altLang="zh-CN" sz="1600" dirty="0"/>
              <a:t> </a:t>
            </a:r>
            <a:r>
              <a:rPr lang="en-US" altLang="zh-CN" sz="1600" dirty="0" err="1"/>
              <a:t>ba</a:t>
            </a:r>
            <a:r>
              <a:rPr lang="en-US" altLang="zh-CN" sz="1600" dirty="0"/>
              <a:t> </a:t>
            </a:r>
            <a:r>
              <a:rPr lang="en-US" altLang="zh-CN" sz="1600" dirty="0" err="1"/>
              <a:t>xiào</a:t>
            </a:r>
            <a:r>
              <a:rPr lang="en-US" altLang="zh-CN" sz="1600" dirty="0"/>
              <a:t> </a:t>
            </a:r>
            <a:r>
              <a:rPr lang="en-US" altLang="zh-CN" sz="1600" dirty="0" err="1"/>
              <a:t>zhe</a:t>
            </a:r>
            <a:r>
              <a:rPr lang="en-US" altLang="zh-CN" sz="1600" dirty="0"/>
              <a:t> </a:t>
            </a:r>
            <a:r>
              <a:rPr lang="en-US" altLang="zh-CN" sz="1600" dirty="0" err="1"/>
              <a:t>bǎ</a:t>
            </a:r>
            <a:r>
              <a:rPr lang="en-US" altLang="zh-CN" sz="1600" dirty="0"/>
              <a:t> </a:t>
            </a:r>
            <a:r>
              <a:rPr lang="en-US" altLang="zh-CN" sz="1600" dirty="0" err="1"/>
              <a:t>tā</a:t>
            </a:r>
            <a:r>
              <a:rPr lang="en-US" altLang="zh-CN" sz="1600" dirty="0"/>
              <a:t> </a:t>
            </a:r>
            <a:r>
              <a:rPr lang="en-US" altLang="zh-CN" sz="1600" dirty="0" err="1"/>
              <a:t>jǔ</a:t>
            </a:r>
            <a:r>
              <a:rPr lang="en-US" altLang="zh-CN" sz="1600" dirty="0"/>
              <a:t> de </a:t>
            </a:r>
            <a:r>
              <a:rPr lang="en-US" altLang="zh-CN" sz="1600" dirty="0" err="1"/>
              <a:t>gāo</a:t>
            </a:r>
            <a:r>
              <a:rPr lang="en-US" altLang="zh-CN" sz="1600" dirty="0"/>
              <a:t> </a:t>
            </a:r>
            <a:r>
              <a:rPr lang="en-US" altLang="zh-CN" sz="1600" dirty="0" err="1"/>
              <a:t>gāo</a:t>
            </a:r>
            <a:r>
              <a:rPr lang="en-US" altLang="zh-CN" sz="1600" dirty="0"/>
              <a:t> de</a:t>
            </a:r>
          </a:p>
          <a:p>
            <a:r>
              <a:rPr lang="zh-CN" altLang="en-US" sz="1600" dirty="0"/>
              <a:t>爸爸笑着，把他举得高高的。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68CC407-4FDE-9228-72A5-FD184D701287}"/>
              </a:ext>
            </a:extLst>
          </p:cNvPr>
          <p:cNvSpPr txBox="1"/>
          <p:nvPr/>
        </p:nvSpPr>
        <p:spPr>
          <a:xfrm>
            <a:off x="3773261" y="1075381"/>
            <a:ext cx="2840182" cy="3046988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>
              <a:defRPr>
                <a:latin typeface="Charm" pitchFamily="2" charset="-34"/>
                <a:cs typeface="Charm" pitchFamily="2" charset="-34"/>
              </a:defRPr>
            </a:lvl1pPr>
          </a:lstStyle>
          <a:p>
            <a:pPr algn="r"/>
            <a:r>
              <a:rPr lang="en-US" sz="1600" dirty="0"/>
              <a:t>Fish smiled.</a:t>
            </a:r>
          </a:p>
          <a:p>
            <a:pPr algn="r"/>
            <a:endParaRPr lang="en-US" sz="1600" dirty="0"/>
          </a:p>
          <a:p>
            <a:pPr algn="r"/>
            <a:r>
              <a:rPr lang="en-US" sz="1600" dirty="0"/>
              <a:t>“Don’t worry. Only your dream is here.”</a:t>
            </a:r>
          </a:p>
          <a:p>
            <a:pPr algn="r"/>
            <a:r>
              <a:rPr lang="en-US" sz="1600" dirty="0"/>
              <a:t>“Close your eyes,” said Fish. “Think.”</a:t>
            </a:r>
          </a:p>
          <a:p>
            <a:pPr algn="r"/>
            <a:endParaRPr lang="en-US" sz="1600" dirty="0"/>
          </a:p>
          <a:p>
            <a:pPr algn="r"/>
            <a:r>
              <a:rPr lang="en-US" sz="1600" dirty="0"/>
              <a:t>Peter gently closed his eyes.</a:t>
            </a:r>
          </a:p>
          <a:p>
            <a:pPr algn="r"/>
            <a:r>
              <a:rPr lang="en-US" sz="1600" dirty="0"/>
              <a:t>Peter saw himself win the race.</a:t>
            </a:r>
          </a:p>
          <a:p>
            <a:pPr algn="r"/>
            <a:endParaRPr lang="en-US" sz="1600" dirty="0"/>
          </a:p>
          <a:p>
            <a:pPr algn="r"/>
            <a:r>
              <a:rPr lang="en-US" sz="1600" dirty="0"/>
              <a:t>Dad smiled and lifted him</a:t>
            </a:r>
          </a:p>
          <a:p>
            <a:pPr algn="r"/>
            <a:r>
              <a:rPr lang="en-US" sz="1600" dirty="0"/>
              <a:t>high into the air.</a:t>
            </a:r>
          </a:p>
        </p:txBody>
      </p:sp>
      <p:sp>
        <p:nvSpPr>
          <p:cNvPr id="18" name="Slide Number Placeholder 17">
            <a:extLst>
              <a:ext uri="{FF2B5EF4-FFF2-40B4-BE49-F238E27FC236}">
                <a16:creationId xmlns:a16="http://schemas.microsoft.com/office/drawing/2014/main" id="{29E9E29D-5E66-BFA7-21E1-2D07781311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D18141-EABD-1941-A9BC-32C3BC21E60E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279657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65EFC0-9F3B-8E8A-067B-05589B6B6D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C57231FA-10B4-9D82-FAA2-015574B1B1A1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85000"/>
          </a:blip>
          <a:stretch>
            <a:fillRect/>
          </a:stretch>
        </p:blipFill>
        <p:spPr>
          <a:xfrm>
            <a:off x="0" y="4308312"/>
            <a:ext cx="6845300" cy="506730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700542DC-959C-BF49-B0C0-AA7153EC462C}"/>
              </a:ext>
            </a:extLst>
          </p:cNvPr>
          <p:cNvSpPr txBox="1"/>
          <p:nvPr/>
        </p:nvSpPr>
        <p:spPr>
          <a:xfrm>
            <a:off x="671064" y="1095158"/>
            <a:ext cx="4462136" cy="4278094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>
              <a:defRPr sz="2000">
                <a:latin typeface="STKaiti" panose="02010600040101010101" pitchFamily="2" charset="-122"/>
                <a:ea typeface="STKaiti" panose="02010600040101010101" pitchFamily="2" charset="-122"/>
              </a:defRPr>
            </a:lvl1pPr>
          </a:lstStyle>
          <a:p>
            <a:pPr algn="just"/>
            <a:r>
              <a:rPr lang="en-US" altLang="zh-CN" sz="1600" dirty="0" err="1"/>
              <a:t>pí</a:t>
            </a:r>
            <a:r>
              <a:rPr lang="en-US" altLang="zh-CN" sz="1600" dirty="0"/>
              <a:t> </a:t>
            </a:r>
            <a:r>
              <a:rPr lang="en-US" altLang="zh-CN" sz="1600" dirty="0" err="1"/>
              <a:t>pí</a:t>
            </a:r>
            <a:r>
              <a:rPr lang="en-US" altLang="zh-CN" sz="1600" dirty="0"/>
              <a:t> </a:t>
            </a:r>
            <a:r>
              <a:rPr lang="en-US" altLang="zh-CN" sz="1600" dirty="0" err="1"/>
              <a:t>fàng</a:t>
            </a:r>
            <a:r>
              <a:rPr lang="en-US" altLang="zh-CN" sz="1600" dirty="0"/>
              <a:t> </a:t>
            </a:r>
            <a:r>
              <a:rPr lang="en-US" altLang="zh-CN" sz="1600" dirty="0" err="1"/>
              <a:t>xīn</a:t>
            </a:r>
            <a:r>
              <a:rPr lang="en-US" altLang="zh-CN" sz="1600" dirty="0"/>
              <a:t> le </a:t>
            </a:r>
          </a:p>
          <a:p>
            <a:pPr algn="just"/>
            <a:r>
              <a:rPr lang="zh-CN" altLang="en-US" sz="1600" dirty="0"/>
              <a:t>皮皮放心了。</a:t>
            </a:r>
            <a:endParaRPr lang="en-US" altLang="zh-CN" sz="1600" dirty="0"/>
          </a:p>
          <a:p>
            <a:pPr algn="just"/>
            <a:r>
              <a:rPr lang="en-US" altLang="zh-CN" sz="1600" dirty="0" err="1"/>
              <a:t>wǒ</a:t>
            </a:r>
            <a:r>
              <a:rPr lang="en-US" altLang="zh-CN" sz="1600" dirty="0"/>
              <a:t> men </a:t>
            </a:r>
            <a:r>
              <a:rPr lang="en-US" altLang="zh-CN" sz="1600" dirty="0" err="1"/>
              <a:t>xiàn</a:t>
            </a:r>
            <a:r>
              <a:rPr lang="en-US" altLang="zh-CN" sz="1600" dirty="0"/>
              <a:t> </a:t>
            </a:r>
            <a:r>
              <a:rPr lang="en-US" altLang="zh-CN" sz="1600" dirty="0" err="1"/>
              <a:t>zài</a:t>
            </a:r>
            <a:r>
              <a:rPr lang="en-US" altLang="zh-CN" sz="1600" dirty="0"/>
              <a:t> </a:t>
            </a:r>
            <a:r>
              <a:rPr lang="en-US" altLang="zh-CN" sz="1600" dirty="0" err="1"/>
              <a:t>yào</a:t>
            </a:r>
            <a:r>
              <a:rPr lang="en-US" altLang="zh-CN" sz="1600" dirty="0"/>
              <a:t> </a:t>
            </a:r>
            <a:r>
              <a:rPr lang="en-US" altLang="zh-CN" sz="1600" dirty="0" err="1"/>
              <a:t>qù</a:t>
            </a:r>
            <a:r>
              <a:rPr lang="en-US" altLang="zh-CN" sz="1600" dirty="0"/>
              <a:t> </a:t>
            </a:r>
            <a:r>
              <a:rPr lang="en-US" altLang="zh-CN" sz="1600" dirty="0" err="1"/>
              <a:t>nǎ</a:t>
            </a:r>
            <a:r>
              <a:rPr lang="en-US" altLang="zh-CN" sz="1600" dirty="0"/>
              <a:t> </a:t>
            </a:r>
            <a:r>
              <a:rPr lang="en-US" altLang="zh-CN" sz="1600" dirty="0" err="1"/>
              <a:t>lǐ</a:t>
            </a:r>
            <a:endParaRPr lang="en-US" altLang="zh-CN" sz="1600" dirty="0"/>
          </a:p>
          <a:p>
            <a:pPr algn="just"/>
            <a:r>
              <a:rPr lang="zh-CN" altLang="en-US" sz="1600" dirty="0"/>
              <a:t>“我们现在要去哪里？”</a:t>
            </a:r>
            <a:endParaRPr lang="en-US" altLang="zh-CN" sz="1600" dirty="0"/>
          </a:p>
          <a:p>
            <a:pPr algn="just"/>
            <a:endParaRPr lang="en-US" altLang="zh-CN" sz="1600" dirty="0"/>
          </a:p>
          <a:p>
            <a:pPr algn="just"/>
            <a:endParaRPr lang="en-US" altLang="zh-CN" sz="1600" dirty="0"/>
          </a:p>
          <a:p>
            <a:pPr algn="just"/>
            <a:r>
              <a:rPr lang="en-US" altLang="zh-CN" sz="1600" dirty="0" err="1"/>
              <a:t>xiǎo</a:t>
            </a:r>
            <a:r>
              <a:rPr lang="en-US" altLang="zh-CN" sz="1600" dirty="0"/>
              <a:t> </a:t>
            </a:r>
            <a:r>
              <a:rPr lang="en-US" altLang="zh-CN" sz="1600" dirty="0" err="1"/>
              <a:t>yú</a:t>
            </a:r>
            <a:r>
              <a:rPr lang="en-US" altLang="zh-CN" sz="1600" dirty="0"/>
              <a:t> </a:t>
            </a:r>
            <a:r>
              <a:rPr lang="en-US" altLang="zh-CN" sz="1600" dirty="0" err="1"/>
              <a:t>huī</a:t>
            </a:r>
            <a:r>
              <a:rPr lang="en-US" altLang="zh-CN" sz="1600" dirty="0"/>
              <a:t> </a:t>
            </a:r>
            <a:r>
              <a:rPr lang="en-US" altLang="zh-CN" sz="1600" dirty="0" err="1"/>
              <a:t>huī</a:t>
            </a:r>
            <a:r>
              <a:rPr lang="en-US" altLang="zh-CN" sz="1600" dirty="0"/>
              <a:t> </a:t>
            </a:r>
            <a:r>
              <a:rPr lang="en-US" altLang="zh-CN" sz="1600" dirty="0" err="1"/>
              <a:t>wěi</a:t>
            </a:r>
            <a:r>
              <a:rPr lang="en-US" altLang="zh-CN" sz="1600" dirty="0"/>
              <a:t> </a:t>
            </a:r>
            <a:r>
              <a:rPr lang="en-US" altLang="zh-CN" sz="1600" dirty="0" err="1"/>
              <a:t>ba</a:t>
            </a:r>
            <a:r>
              <a:rPr lang="en-US" altLang="zh-CN" sz="1600" dirty="0"/>
              <a:t> </a:t>
            </a:r>
          </a:p>
          <a:p>
            <a:pPr algn="just"/>
            <a:r>
              <a:rPr lang="zh-CN" altLang="en-US" sz="1600" dirty="0"/>
              <a:t>小鱼挥挥尾巴。</a:t>
            </a:r>
          </a:p>
          <a:p>
            <a:pPr algn="just"/>
            <a:r>
              <a:rPr lang="en-US" altLang="zh-CN" sz="1600" dirty="0" err="1"/>
              <a:t>qù</a:t>
            </a:r>
            <a:r>
              <a:rPr lang="en-US" altLang="zh-CN" sz="1600" dirty="0"/>
              <a:t> </a:t>
            </a:r>
            <a:r>
              <a:rPr lang="en-US" altLang="zh-CN" sz="1600" dirty="0" err="1"/>
              <a:t>jiàn</a:t>
            </a:r>
            <a:r>
              <a:rPr lang="en-US" altLang="zh-CN" sz="1600" dirty="0"/>
              <a:t> </a:t>
            </a:r>
            <a:r>
              <a:rPr lang="en-US" altLang="zh-CN" sz="1600" dirty="0" err="1"/>
              <a:t>wǒ</a:t>
            </a:r>
            <a:r>
              <a:rPr lang="en-US" altLang="zh-CN" sz="1600" dirty="0"/>
              <a:t> de </a:t>
            </a:r>
            <a:r>
              <a:rPr lang="en-US" altLang="zh-CN" sz="1600" dirty="0" err="1"/>
              <a:t>hǎo</a:t>
            </a:r>
            <a:r>
              <a:rPr lang="en-US" altLang="zh-CN" sz="1600" dirty="0"/>
              <a:t> </a:t>
            </a:r>
            <a:r>
              <a:rPr lang="en-US" altLang="zh-CN" sz="1600" dirty="0" err="1"/>
              <a:t>péng</a:t>
            </a:r>
            <a:r>
              <a:rPr lang="en-US" altLang="zh-CN" sz="1600" dirty="0"/>
              <a:t> you </a:t>
            </a:r>
          </a:p>
          <a:p>
            <a:pPr algn="just"/>
            <a:r>
              <a:rPr lang="en-US" altLang="zh-CN" sz="1600" dirty="0"/>
              <a:t>“</a:t>
            </a:r>
            <a:r>
              <a:rPr lang="zh-CN" altLang="en-US" sz="1600" dirty="0"/>
              <a:t>去见我的好朋友！”</a:t>
            </a:r>
          </a:p>
          <a:p>
            <a:pPr algn="just"/>
            <a:r>
              <a:rPr lang="en-US" altLang="zh-CN" sz="1600" dirty="0" err="1"/>
              <a:t>tài</a:t>
            </a:r>
            <a:r>
              <a:rPr lang="en-US" altLang="zh-CN" sz="1600" dirty="0"/>
              <a:t> </a:t>
            </a:r>
            <a:r>
              <a:rPr lang="en-US" altLang="zh-CN" sz="1600" dirty="0" err="1"/>
              <a:t>hǎo</a:t>
            </a:r>
            <a:r>
              <a:rPr lang="en-US" altLang="zh-CN" sz="1600" dirty="0"/>
              <a:t> le </a:t>
            </a:r>
            <a:r>
              <a:rPr lang="en-US" altLang="zh-CN" sz="1600" dirty="0" err="1"/>
              <a:t>pí</a:t>
            </a:r>
            <a:r>
              <a:rPr lang="en-US" altLang="zh-CN" sz="1600" dirty="0"/>
              <a:t> </a:t>
            </a:r>
            <a:r>
              <a:rPr lang="en-US" altLang="zh-CN" sz="1600" dirty="0" err="1"/>
              <a:t>pí</a:t>
            </a:r>
            <a:r>
              <a:rPr lang="en-US" altLang="zh-CN" sz="1600" dirty="0"/>
              <a:t> </a:t>
            </a:r>
            <a:r>
              <a:rPr lang="en-US" altLang="zh-CN" sz="1600" dirty="0" err="1"/>
              <a:t>gāo</a:t>
            </a:r>
            <a:r>
              <a:rPr lang="en-US" altLang="zh-CN" sz="1600" dirty="0"/>
              <a:t> </a:t>
            </a:r>
            <a:r>
              <a:rPr lang="en-US" altLang="zh-CN" sz="1600" dirty="0" err="1"/>
              <a:t>xìng</a:t>
            </a:r>
            <a:r>
              <a:rPr lang="en-US" altLang="zh-CN" sz="1600" dirty="0"/>
              <a:t> de </a:t>
            </a:r>
            <a:r>
              <a:rPr lang="en-US" altLang="zh-CN" sz="1600" dirty="0" err="1"/>
              <a:t>shuō</a:t>
            </a:r>
            <a:endParaRPr lang="en-US" altLang="zh-CN" sz="1600" dirty="0"/>
          </a:p>
          <a:p>
            <a:pPr algn="just"/>
            <a:r>
              <a:rPr lang="en-US" altLang="zh-CN" sz="1600" dirty="0"/>
              <a:t>“</a:t>
            </a:r>
            <a:r>
              <a:rPr lang="zh-CN" altLang="en-US" sz="1600" dirty="0"/>
              <a:t>太好了！”皮皮高兴地说。</a:t>
            </a:r>
            <a:endParaRPr lang="en-US" altLang="zh-CN" sz="1600" dirty="0"/>
          </a:p>
          <a:p>
            <a:pPr algn="just"/>
            <a:endParaRPr lang="zh-CN" altLang="en-US" sz="1600" dirty="0"/>
          </a:p>
          <a:p>
            <a:pPr algn="just"/>
            <a:r>
              <a:rPr lang="en-US" altLang="zh-CN" sz="1600" dirty="0" err="1"/>
              <a:t>tā</a:t>
            </a:r>
            <a:r>
              <a:rPr lang="en-US" altLang="zh-CN" sz="1600" dirty="0"/>
              <a:t> men </a:t>
            </a:r>
            <a:r>
              <a:rPr lang="en-US" altLang="zh-CN" sz="1600" dirty="0" err="1"/>
              <a:t>fān</a:t>
            </a:r>
            <a:r>
              <a:rPr lang="en-US" altLang="zh-CN" sz="1600" dirty="0"/>
              <a:t> </a:t>
            </a:r>
            <a:r>
              <a:rPr lang="en-US" altLang="zh-CN" sz="1600" dirty="0" err="1"/>
              <a:t>guò</a:t>
            </a:r>
            <a:r>
              <a:rPr lang="en-US" altLang="zh-CN" sz="1600" dirty="0"/>
              <a:t> </a:t>
            </a:r>
            <a:r>
              <a:rPr lang="en-US" altLang="zh-CN" sz="1600" dirty="0" err="1"/>
              <a:t>shān</a:t>
            </a:r>
            <a:r>
              <a:rPr lang="en-US" altLang="zh-CN" sz="1600" dirty="0"/>
              <a:t> </a:t>
            </a:r>
            <a:r>
              <a:rPr lang="en-US" altLang="zh-CN" sz="1600" dirty="0" err="1"/>
              <a:t>pō</a:t>
            </a:r>
            <a:r>
              <a:rPr lang="en-US" altLang="zh-CN" sz="1600" dirty="0"/>
              <a:t> </a:t>
            </a:r>
            <a:r>
              <a:rPr lang="en-US" altLang="zh-CN" sz="1600" dirty="0" err="1"/>
              <a:t>yòu</a:t>
            </a:r>
            <a:r>
              <a:rPr lang="en-US" altLang="zh-CN" sz="1600" dirty="0"/>
              <a:t> </a:t>
            </a:r>
            <a:r>
              <a:rPr lang="en-US" altLang="zh-CN" sz="1600" dirty="0" err="1"/>
              <a:t>zǒu</a:t>
            </a:r>
            <a:r>
              <a:rPr lang="en-US" altLang="zh-CN" sz="1600" dirty="0"/>
              <a:t> </a:t>
            </a:r>
            <a:r>
              <a:rPr lang="en-US" altLang="zh-CN" sz="1600" dirty="0" err="1"/>
              <a:t>guò</a:t>
            </a:r>
            <a:r>
              <a:rPr lang="en-US" altLang="zh-CN" sz="1600" dirty="0"/>
              <a:t> </a:t>
            </a:r>
            <a:r>
              <a:rPr lang="en-US" altLang="zh-CN" sz="1600" dirty="0" err="1"/>
              <a:t>shān</a:t>
            </a:r>
            <a:r>
              <a:rPr lang="en-US" altLang="zh-CN" sz="1600" dirty="0"/>
              <a:t> </a:t>
            </a:r>
            <a:r>
              <a:rPr lang="en-US" altLang="zh-CN" sz="1600" dirty="0" err="1"/>
              <a:t>gǎng</a:t>
            </a:r>
            <a:endParaRPr lang="en-US" altLang="zh-CN" sz="1600" dirty="0"/>
          </a:p>
          <a:p>
            <a:pPr algn="just"/>
            <a:r>
              <a:rPr lang="zh-CN" altLang="en-US" sz="1600" dirty="0"/>
              <a:t>他们翻过山坡，又走过山岗。</a:t>
            </a:r>
          </a:p>
          <a:p>
            <a:pPr algn="just"/>
            <a:r>
              <a:rPr lang="en-US" altLang="zh-CN" sz="1600" dirty="0" err="1"/>
              <a:t>hū</a:t>
            </a:r>
            <a:r>
              <a:rPr lang="en-US" altLang="zh-CN" sz="1600" dirty="0"/>
              <a:t> </a:t>
            </a:r>
            <a:r>
              <a:rPr lang="en-US" altLang="zh-CN" sz="1600" dirty="0" err="1"/>
              <a:t>rán</a:t>
            </a:r>
            <a:r>
              <a:rPr lang="en-US" altLang="zh-CN" sz="1600" dirty="0"/>
              <a:t> </a:t>
            </a:r>
            <a:r>
              <a:rPr lang="en-US" altLang="zh-CN" sz="1600" dirty="0" err="1"/>
              <a:t>yí</a:t>
            </a:r>
            <a:r>
              <a:rPr lang="en-US" altLang="zh-CN" sz="1600" dirty="0"/>
              <a:t> </a:t>
            </a:r>
            <a:r>
              <a:rPr lang="en-US" altLang="zh-CN" sz="1600" dirty="0" err="1"/>
              <a:t>piàn</a:t>
            </a:r>
            <a:r>
              <a:rPr lang="en-US" altLang="zh-CN" sz="1600" dirty="0"/>
              <a:t> </a:t>
            </a:r>
            <a:r>
              <a:rPr lang="en-US" altLang="zh-CN" sz="1600" dirty="0" err="1"/>
              <a:t>dà</a:t>
            </a:r>
            <a:r>
              <a:rPr lang="en-US" altLang="zh-CN" sz="1600" dirty="0"/>
              <a:t> </a:t>
            </a:r>
            <a:r>
              <a:rPr lang="en-US" altLang="zh-CN" sz="1600" dirty="0" err="1"/>
              <a:t>hú</a:t>
            </a:r>
            <a:r>
              <a:rPr lang="en-US" altLang="zh-CN" sz="1600" dirty="0"/>
              <a:t> </a:t>
            </a:r>
            <a:r>
              <a:rPr lang="en-US" altLang="zh-CN" sz="1600" dirty="0" err="1"/>
              <a:t>chū</a:t>
            </a:r>
            <a:r>
              <a:rPr lang="en-US" altLang="zh-CN" sz="1600" dirty="0"/>
              <a:t> </a:t>
            </a:r>
            <a:r>
              <a:rPr lang="en-US" altLang="zh-CN" sz="1600" dirty="0" err="1"/>
              <a:t>xiàn</a:t>
            </a:r>
            <a:r>
              <a:rPr lang="en-US" altLang="zh-CN" sz="1600" dirty="0"/>
              <a:t> </a:t>
            </a:r>
            <a:r>
              <a:rPr lang="en-US" altLang="zh-CN" sz="1600" dirty="0" err="1"/>
              <a:t>zài</a:t>
            </a:r>
            <a:r>
              <a:rPr lang="en-US" altLang="zh-CN" sz="1600" dirty="0"/>
              <a:t> </a:t>
            </a:r>
            <a:r>
              <a:rPr lang="en-US" altLang="zh-CN" sz="1600" dirty="0" err="1"/>
              <a:t>yǎn</a:t>
            </a:r>
            <a:r>
              <a:rPr lang="en-US" altLang="zh-CN" sz="1600" dirty="0"/>
              <a:t> </a:t>
            </a:r>
            <a:r>
              <a:rPr lang="en-US" altLang="zh-CN" sz="1600" dirty="0" err="1"/>
              <a:t>qián</a:t>
            </a:r>
            <a:endParaRPr lang="en-US" altLang="zh-CN" sz="1600" dirty="0"/>
          </a:p>
          <a:p>
            <a:pPr algn="just"/>
            <a:r>
              <a:rPr lang="zh-CN" altLang="en-US" sz="1600" dirty="0"/>
              <a:t>忽然，一片大湖出 现 在 眼 前。</a:t>
            </a:r>
          </a:p>
        </p:txBody>
      </p:sp>
      <p:sp>
        <p:nvSpPr>
          <p:cNvPr id="22" name="Slide Number Placeholder 21">
            <a:extLst>
              <a:ext uri="{FF2B5EF4-FFF2-40B4-BE49-F238E27FC236}">
                <a16:creationId xmlns:a16="http://schemas.microsoft.com/office/drawing/2014/main" id="{2B9BB948-8BFE-134F-4548-3B14284E5B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D18141-EABD-1941-A9BC-32C3BC21E60E}" type="slidenum">
              <a:rPr lang="en-US" smtClean="0"/>
              <a:t>8</a:t>
            </a:fld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1282EA6-B8B9-D43B-384D-8C7287193978}"/>
              </a:ext>
            </a:extLst>
          </p:cNvPr>
          <p:cNvSpPr txBox="1"/>
          <p:nvPr/>
        </p:nvSpPr>
        <p:spPr>
          <a:xfrm>
            <a:off x="3685127" y="5552189"/>
            <a:ext cx="2896146" cy="3046988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>
              <a:defRPr>
                <a:latin typeface="Charm" pitchFamily="2" charset="-34"/>
                <a:cs typeface="Charm" pitchFamily="2" charset="-34"/>
              </a:defRPr>
            </a:lvl1pPr>
          </a:lstStyle>
          <a:p>
            <a:pPr algn="r"/>
            <a:r>
              <a:rPr lang="en-US" sz="1600" dirty="0"/>
              <a:t>Peter felt better.</a:t>
            </a:r>
          </a:p>
          <a:p>
            <a:pPr algn="r"/>
            <a:r>
              <a:rPr lang="en-US" sz="1600" dirty="0"/>
              <a:t>“Where are we going now?”</a:t>
            </a:r>
          </a:p>
          <a:p>
            <a:pPr algn="r"/>
            <a:endParaRPr lang="en-US" sz="1600" dirty="0"/>
          </a:p>
          <a:p>
            <a:pPr algn="r"/>
            <a:endParaRPr lang="en-US" sz="1600" dirty="0"/>
          </a:p>
          <a:p>
            <a:pPr algn="r"/>
            <a:r>
              <a:rPr lang="en-US" sz="1600" dirty="0"/>
              <a:t>Fish waved its tail.</a:t>
            </a:r>
          </a:p>
          <a:p>
            <a:pPr algn="r"/>
            <a:r>
              <a:rPr lang="en-US" sz="1600" dirty="0"/>
              <a:t>“We are going to meet my friend!”</a:t>
            </a:r>
          </a:p>
          <a:p>
            <a:pPr algn="r"/>
            <a:r>
              <a:rPr lang="en-US" sz="1600" dirty="0"/>
              <a:t>“Great!” said Peter.</a:t>
            </a:r>
          </a:p>
          <a:p>
            <a:pPr algn="r"/>
            <a:endParaRPr lang="en-US" sz="1600" dirty="0"/>
          </a:p>
          <a:p>
            <a:pPr algn="r"/>
            <a:r>
              <a:rPr lang="en-US" sz="1600" dirty="0"/>
              <a:t>They crossed a hill.</a:t>
            </a:r>
          </a:p>
          <a:p>
            <a:pPr algn="r"/>
            <a:r>
              <a:rPr lang="en-US" sz="1600" dirty="0"/>
              <a:t>Then another.</a:t>
            </a:r>
          </a:p>
          <a:p>
            <a:pPr algn="r"/>
            <a:r>
              <a:rPr lang="en-US" sz="1600" dirty="0"/>
              <a:t>Suddenly, a huge lake appeared.</a:t>
            </a:r>
          </a:p>
          <a:p>
            <a:pPr algn="r"/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371423125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42D569-C9F7-7F62-D27A-4612652AC6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Slide Number Placeholder 19">
            <a:extLst>
              <a:ext uri="{FF2B5EF4-FFF2-40B4-BE49-F238E27FC236}">
                <a16:creationId xmlns:a16="http://schemas.microsoft.com/office/drawing/2014/main" id="{847E973E-3502-53A7-9236-55C94898D4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D18141-EABD-1941-A9BC-32C3BC21E60E}" type="slidenum">
              <a:rPr lang="en-US" smtClean="0"/>
              <a:t>9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B1E8848-3E1C-D9EA-94C2-69BC58DDA18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172357"/>
            <a:ext cx="6858000" cy="5173369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B344255B-AE6F-574F-7E2E-301CDBEE68FC}"/>
              </a:ext>
            </a:extLst>
          </p:cNvPr>
          <p:cNvSpPr txBox="1"/>
          <p:nvPr/>
        </p:nvSpPr>
        <p:spPr>
          <a:xfrm>
            <a:off x="355684" y="698023"/>
            <a:ext cx="6106164" cy="5016758"/>
          </a:xfrm>
          <a:prstGeom prst="rect">
            <a:avLst/>
          </a:prstGeom>
          <a:noFill/>
        </p:spPr>
        <p:txBody>
          <a:bodyPr wrap="square" numCol="1">
            <a:spAutoFit/>
          </a:bodyPr>
          <a:lstStyle>
            <a:defPPr>
              <a:defRPr lang="en-US"/>
            </a:defPPr>
            <a:lvl1pPr>
              <a:defRPr sz="2000">
                <a:latin typeface="STKaiti" panose="02010600040101010101" pitchFamily="2" charset="-122"/>
                <a:ea typeface="STKaiti" panose="02010600040101010101" pitchFamily="2" charset="-122"/>
              </a:defRPr>
            </a:lvl1pPr>
          </a:lstStyle>
          <a:p>
            <a:pPr algn="r"/>
            <a:r>
              <a:rPr lang="en-US" altLang="zh-CN" sz="1600" dirty="0" err="1"/>
              <a:t>Wā</a:t>
            </a:r>
            <a:r>
              <a:rPr lang="en-US" altLang="zh-CN" sz="1600" dirty="0"/>
              <a:t> </a:t>
            </a:r>
            <a:r>
              <a:rPr lang="en-US" altLang="zh-CN" sz="1600" dirty="0" err="1"/>
              <a:t>pí</a:t>
            </a:r>
            <a:r>
              <a:rPr lang="en-US" altLang="zh-CN" sz="1600" dirty="0"/>
              <a:t> </a:t>
            </a:r>
            <a:r>
              <a:rPr lang="en-US" altLang="zh-CN" sz="1600" dirty="0" err="1"/>
              <a:t>pí</a:t>
            </a:r>
            <a:r>
              <a:rPr lang="en-US" altLang="zh-CN" sz="1600" dirty="0"/>
              <a:t> </a:t>
            </a:r>
            <a:r>
              <a:rPr lang="en-US" altLang="zh-CN" sz="1600" dirty="0" err="1"/>
              <a:t>zhēng</a:t>
            </a:r>
            <a:r>
              <a:rPr lang="en-US" altLang="zh-CN" sz="1600" dirty="0"/>
              <a:t> </a:t>
            </a:r>
            <a:r>
              <a:rPr lang="en-US" altLang="zh-CN" sz="1600" dirty="0" err="1"/>
              <a:t>dà</a:t>
            </a:r>
            <a:r>
              <a:rPr lang="en-US" altLang="zh-CN" sz="1600" dirty="0"/>
              <a:t> </a:t>
            </a:r>
            <a:r>
              <a:rPr lang="en-US" altLang="zh-CN" sz="1600" dirty="0" err="1"/>
              <a:t>yǎn</a:t>
            </a:r>
            <a:r>
              <a:rPr lang="en-US" altLang="zh-CN" sz="1600" dirty="0"/>
              <a:t> </a:t>
            </a:r>
            <a:r>
              <a:rPr lang="en-US" altLang="zh-CN" sz="1600" dirty="0" err="1"/>
              <a:t>jing</a:t>
            </a:r>
            <a:r>
              <a:rPr lang="zh-CN" altLang="en-US" sz="1600" dirty="0"/>
              <a:t> </a:t>
            </a:r>
            <a:r>
              <a:rPr lang="en-US" altLang="zh-CN" sz="1600" dirty="0" err="1"/>
              <a:t>zhè</a:t>
            </a:r>
            <a:r>
              <a:rPr lang="en-US" altLang="zh-CN" sz="1600" dirty="0"/>
              <a:t> </a:t>
            </a:r>
            <a:r>
              <a:rPr lang="en-US" altLang="zh-CN" sz="1600" dirty="0" err="1"/>
              <a:t>ge</a:t>
            </a:r>
            <a:r>
              <a:rPr lang="en-US" altLang="zh-CN" sz="1600" dirty="0"/>
              <a:t> </a:t>
            </a:r>
            <a:r>
              <a:rPr lang="en-US" altLang="zh-CN" sz="1600" dirty="0" err="1"/>
              <a:t>hú</a:t>
            </a:r>
            <a:r>
              <a:rPr lang="en-US" altLang="zh-CN" sz="1600" dirty="0"/>
              <a:t> </a:t>
            </a:r>
            <a:r>
              <a:rPr lang="en-US" altLang="zh-CN" sz="1600" dirty="0" err="1"/>
              <a:t>bǐ</a:t>
            </a:r>
            <a:r>
              <a:rPr lang="en-US" altLang="zh-CN" sz="1600" dirty="0"/>
              <a:t> </a:t>
            </a:r>
            <a:r>
              <a:rPr lang="en-US" altLang="zh-CN" sz="1600" dirty="0" err="1"/>
              <a:t>wǒ</a:t>
            </a:r>
            <a:r>
              <a:rPr lang="en-US" altLang="zh-CN" sz="1600" dirty="0"/>
              <a:t> </a:t>
            </a:r>
            <a:r>
              <a:rPr lang="en-US" altLang="zh-CN" sz="1600" dirty="0" err="1"/>
              <a:t>jiā</a:t>
            </a:r>
            <a:r>
              <a:rPr lang="en-US" altLang="zh-CN" sz="1600" dirty="0"/>
              <a:t> de </a:t>
            </a:r>
            <a:r>
              <a:rPr lang="en-US" altLang="zh-CN" sz="1600" dirty="0" err="1"/>
              <a:t>hú</a:t>
            </a:r>
            <a:r>
              <a:rPr lang="en-US" altLang="zh-CN" sz="1600" dirty="0"/>
              <a:t> </a:t>
            </a:r>
            <a:r>
              <a:rPr lang="en-US" altLang="zh-CN" sz="1600" dirty="0" err="1"/>
              <a:t>dà</a:t>
            </a:r>
            <a:r>
              <a:rPr lang="en-US" altLang="zh-CN" sz="1600" dirty="0"/>
              <a:t> </a:t>
            </a:r>
            <a:r>
              <a:rPr lang="en-US" altLang="zh-CN" sz="1600" dirty="0" err="1"/>
              <a:t>hǎo</a:t>
            </a:r>
            <a:r>
              <a:rPr lang="en-US" altLang="zh-CN" sz="1600" dirty="0"/>
              <a:t> </a:t>
            </a:r>
            <a:r>
              <a:rPr lang="en-US" altLang="zh-CN" sz="1600" dirty="0" err="1"/>
              <a:t>duō</a:t>
            </a:r>
            <a:r>
              <a:rPr lang="en-US" altLang="zh-CN" sz="1600" dirty="0"/>
              <a:t> </a:t>
            </a:r>
            <a:r>
              <a:rPr lang="en-US" altLang="zh-CN" sz="1600" dirty="0" err="1"/>
              <a:t>ya</a:t>
            </a:r>
            <a:endParaRPr lang="en-US" altLang="zh-CN" sz="1600" dirty="0"/>
          </a:p>
          <a:p>
            <a:pPr algn="r"/>
            <a:r>
              <a:rPr lang="zh-CN" altLang="en-US" sz="1600" dirty="0"/>
              <a:t>“哇！”皮皮睁大眼睛。         “这个湖比我家的湖大好多呀！”</a:t>
            </a:r>
          </a:p>
          <a:p>
            <a:pPr algn="r"/>
            <a:r>
              <a:rPr lang="en-US" altLang="zh-CN" sz="1600" dirty="0" err="1"/>
              <a:t>nǐ</a:t>
            </a:r>
            <a:r>
              <a:rPr lang="en-US" altLang="zh-CN" sz="1600" dirty="0"/>
              <a:t> de </a:t>
            </a:r>
            <a:r>
              <a:rPr lang="en-US" altLang="zh-CN" sz="1600" dirty="0" err="1"/>
              <a:t>péng</a:t>
            </a:r>
            <a:r>
              <a:rPr lang="en-US" altLang="zh-CN" sz="1600" dirty="0"/>
              <a:t> you ne </a:t>
            </a:r>
            <a:r>
              <a:rPr lang="en-US" altLang="zh-CN" sz="1600" dirty="0" err="1"/>
              <a:t>pí</a:t>
            </a:r>
            <a:r>
              <a:rPr lang="en-US" altLang="zh-CN" sz="1600" dirty="0"/>
              <a:t> </a:t>
            </a:r>
            <a:r>
              <a:rPr lang="en-US" altLang="zh-CN" sz="1600" dirty="0" err="1"/>
              <a:t>pí</a:t>
            </a:r>
            <a:r>
              <a:rPr lang="en-US" altLang="zh-CN" sz="1600" dirty="0"/>
              <a:t> </a:t>
            </a:r>
            <a:r>
              <a:rPr lang="en-US" altLang="zh-CN" sz="1600" dirty="0" err="1"/>
              <a:t>wèn</a:t>
            </a:r>
            <a:endParaRPr lang="en-US" altLang="zh-CN" sz="1600" dirty="0"/>
          </a:p>
          <a:p>
            <a:pPr algn="r"/>
            <a:r>
              <a:rPr lang="zh-CN" altLang="en-US" sz="1600" dirty="0"/>
              <a:t>“你的朋友呢？”皮皮问。</a:t>
            </a:r>
          </a:p>
          <a:p>
            <a:pPr algn="r"/>
            <a:r>
              <a:rPr lang="en-US" altLang="zh-CN" sz="1600" dirty="0" err="1"/>
              <a:t>xiǎo</a:t>
            </a:r>
            <a:r>
              <a:rPr lang="en-US" altLang="zh-CN" sz="1600" dirty="0"/>
              <a:t> </a:t>
            </a:r>
            <a:r>
              <a:rPr lang="en-US" altLang="zh-CN" sz="1600" dirty="0" err="1"/>
              <a:t>yú</a:t>
            </a:r>
            <a:r>
              <a:rPr lang="en-US" altLang="zh-CN" sz="1600" dirty="0"/>
              <a:t> </a:t>
            </a:r>
            <a:r>
              <a:rPr lang="en-US" altLang="zh-CN" sz="1600" dirty="0" err="1"/>
              <a:t>zhǎ</a:t>
            </a:r>
            <a:r>
              <a:rPr lang="en-US" altLang="zh-CN" sz="1600" dirty="0"/>
              <a:t> </a:t>
            </a:r>
            <a:r>
              <a:rPr lang="en-US" altLang="zh-CN" sz="1600" dirty="0" err="1"/>
              <a:t>zhǎ</a:t>
            </a:r>
            <a:r>
              <a:rPr lang="en-US" altLang="zh-CN" sz="1600" dirty="0"/>
              <a:t> </a:t>
            </a:r>
            <a:r>
              <a:rPr lang="en-US" altLang="zh-CN" sz="1600" dirty="0" err="1"/>
              <a:t>yǎn</a:t>
            </a:r>
            <a:r>
              <a:rPr lang="zh-CN" altLang="en-US" sz="1600" dirty="0"/>
              <a:t> </a:t>
            </a:r>
            <a:r>
              <a:rPr lang="en-US" altLang="zh-CN" sz="1600" dirty="0" err="1"/>
              <a:t>shēn</a:t>
            </a:r>
            <a:r>
              <a:rPr lang="en-US" altLang="zh-CN" sz="1600" dirty="0"/>
              <a:t> </a:t>
            </a:r>
            <a:r>
              <a:rPr lang="en-US" altLang="zh-CN" sz="1600" dirty="0" err="1"/>
              <a:t>chū</a:t>
            </a:r>
            <a:r>
              <a:rPr lang="en-US" altLang="zh-CN" sz="1600" dirty="0"/>
              <a:t> </a:t>
            </a:r>
            <a:r>
              <a:rPr lang="en-US" altLang="zh-CN" sz="1600" dirty="0" err="1"/>
              <a:t>máo</a:t>
            </a:r>
            <a:r>
              <a:rPr lang="en-US" altLang="zh-CN" sz="1600" dirty="0"/>
              <a:t> </a:t>
            </a:r>
            <a:r>
              <a:rPr lang="en-US" altLang="zh-CN" sz="1600" dirty="0" err="1"/>
              <a:t>róng</a:t>
            </a:r>
            <a:r>
              <a:rPr lang="en-US" altLang="zh-CN" sz="1600" dirty="0"/>
              <a:t> </a:t>
            </a:r>
            <a:r>
              <a:rPr lang="en-US" altLang="zh-CN" sz="1600" dirty="0" err="1"/>
              <a:t>róng</a:t>
            </a:r>
            <a:r>
              <a:rPr lang="en-US" altLang="zh-CN" sz="1600" dirty="0"/>
              <a:t> de </a:t>
            </a:r>
            <a:r>
              <a:rPr lang="en-US" altLang="zh-CN" sz="1600" dirty="0" err="1"/>
              <a:t>xiǎo</a:t>
            </a:r>
            <a:r>
              <a:rPr lang="en-US" altLang="zh-CN" sz="1600" dirty="0"/>
              <a:t> </a:t>
            </a:r>
            <a:r>
              <a:rPr lang="en-US" altLang="zh-CN" sz="1600" dirty="0" err="1"/>
              <a:t>zhuǎ</a:t>
            </a:r>
            <a:r>
              <a:rPr lang="en-US" altLang="zh-CN" sz="1600" dirty="0"/>
              <a:t> zi</a:t>
            </a:r>
            <a:endParaRPr lang="zh-CN" altLang="en-US" sz="1600" dirty="0"/>
          </a:p>
          <a:p>
            <a:pPr algn="r"/>
            <a:r>
              <a:rPr lang="zh-CN" altLang="en-US" sz="1600" dirty="0"/>
              <a:t>小鱼眨眨眼，                          伸出毛绒绒的小爪子，</a:t>
            </a:r>
          </a:p>
          <a:p>
            <a:pPr algn="r"/>
            <a:r>
              <a:rPr lang="en-US" altLang="zh-CN" sz="1600" dirty="0" err="1"/>
              <a:t>qīng</a:t>
            </a:r>
            <a:r>
              <a:rPr lang="en-US" altLang="zh-CN" sz="1600" dirty="0"/>
              <a:t> </a:t>
            </a:r>
            <a:r>
              <a:rPr lang="en-US" altLang="zh-CN" sz="1600" dirty="0" err="1"/>
              <a:t>qīng</a:t>
            </a:r>
            <a:r>
              <a:rPr lang="en-US" altLang="zh-CN" sz="1600" dirty="0"/>
              <a:t> </a:t>
            </a:r>
            <a:r>
              <a:rPr lang="en-US" altLang="zh-CN" sz="1600" dirty="0" err="1"/>
              <a:t>zhǐ</a:t>
            </a:r>
            <a:r>
              <a:rPr lang="en-US" altLang="zh-CN" sz="1600" dirty="0"/>
              <a:t> </a:t>
            </a:r>
            <a:r>
              <a:rPr lang="en-US" altLang="zh-CN" sz="1600" dirty="0" err="1"/>
              <a:t>xiàng</a:t>
            </a:r>
            <a:r>
              <a:rPr lang="en-US" altLang="zh-CN" sz="1600" dirty="0"/>
              <a:t> </a:t>
            </a:r>
            <a:r>
              <a:rPr lang="en-US" altLang="zh-CN" sz="1600" dirty="0" err="1"/>
              <a:t>hú</a:t>
            </a:r>
            <a:r>
              <a:rPr lang="en-US" altLang="zh-CN" sz="1600" dirty="0"/>
              <a:t> </a:t>
            </a:r>
            <a:r>
              <a:rPr lang="en-US" altLang="zh-CN" sz="1600" dirty="0" err="1"/>
              <a:t>miàn</a:t>
            </a:r>
            <a:endParaRPr lang="en-US" altLang="zh-CN" sz="1600" dirty="0"/>
          </a:p>
          <a:p>
            <a:pPr algn="r"/>
            <a:r>
              <a:rPr lang="zh-CN" altLang="en-US" sz="1600" dirty="0"/>
              <a:t>轻轻指向湖面</a:t>
            </a:r>
            <a:r>
              <a:rPr lang="en-US" altLang="zh-CN" sz="1600" dirty="0"/>
              <a:t>……</a:t>
            </a:r>
          </a:p>
          <a:p>
            <a:pPr algn="r"/>
            <a:endParaRPr lang="en-US" altLang="zh-CN" sz="1600" dirty="0"/>
          </a:p>
          <a:p>
            <a:pPr algn="r"/>
            <a:endParaRPr lang="en-US" altLang="zh-CN" sz="1600" dirty="0"/>
          </a:p>
          <a:p>
            <a:pPr algn="r"/>
            <a:r>
              <a:rPr lang="en-US" altLang="zh-CN" sz="1600" dirty="0" err="1"/>
              <a:t>pí</a:t>
            </a:r>
            <a:r>
              <a:rPr lang="en-US" altLang="zh-CN" sz="1600" dirty="0"/>
              <a:t> </a:t>
            </a:r>
            <a:r>
              <a:rPr lang="en-US" altLang="zh-CN" sz="1600" dirty="0" err="1"/>
              <a:t>pí</a:t>
            </a:r>
            <a:r>
              <a:rPr lang="en-US" altLang="zh-CN" sz="1600" dirty="0"/>
              <a:t> </a:t>
            </a:r>
            <a:r>
              <a:rPr lang="en-US" altLang="zh-CN" sz="1600" dirty="0" err="1"/>
              <a:t>zhǎ</a:t>
            </a:r>
            <a:r>
              <a:rPr lang="en-US" altLang="zh-CN" sz="1600" dirty="0"/>
              <a:t> le </a:t>
            </a:r>
            <a:r>
              <a:rPr lang="en-US" altLang="zh-CN" sz="1600" dirty="0" err="1"/>
              <a:t>zhǎ</a:t>
            </a:r>
            <a:r>
              <a:rPr lang="en-US" altLang="zh-CN" sz="1600" dirty="0"/>
              <a:t> </a:t>
            </a:r>
            <a:r>
              <a:rPr lang="en-US" altLang="zh-CN" sz="1600" dirty="0" err="1"/>
              <a:t>yǎn</a:t>
            </a:r>
            <a:endParaRPr lang="en-US" altLang="zh-CN" sz="1600" dirty="0"/>
          </a:p>
          <a:p>
            <a:pPr algn="r"/>
            <a:r>
              <a:rPr lang="zh-CN" altLang="en-US" sz="1600" dirty="0"/>
              <a:t>皮皮眨了眨眼。</a:t>
            </a:r>
          </a:p>
          <a:p>
            <a:pPr algn="r"/>
            <a:r>
              <a:rPr lang="en-US" altLang="zh-CN" sz="1600" dirty="0" err="1"/>
              <a:t>hú</a:t>
            </a:r>
            <a:r>
              <a:rPr lang="en-US" altLang="zh-CN" sz="1600" dirty="0"/>
              <a:t> </a:t>
            </a:r>
            <a:r>
              <a:rPr lang="en-US" altLang="zh-CN" sz="1600" dirty="0" err="1"/>
              <a:t>miàn</a:t>
            </a:r>
            <a:r>
              <a:rPr lang="en-US" altLang="zh-CN" sz="1600" dirty="0"/>
              <a:t> </a:t>
            </a:r>
            <a:r>
              <a:rPr lang="en-US" altLang="zh-CN" sz="1600" dirty="0" err="1"/>
              <a:t>píng</a:t>
            </a:r>
            <a:r>
              <a:rPr lang="en-US" altLang="zh-CN" sz="1600" dirty="0"/>
              <a:t> </a:t>
            </a:r>
            <a:r>
              <a:rPr lang="en-US" altLang="zh-CN" sz="1600" dirty="0" err="1"/>
              <a:t>píng</a:t>
            </a:r>
            <a:r>
              <a:rPr lang="en-US" altLang="zh-CN" sz="1600" dirty="0"/>
              <a:t> </a:t>
            </a:r>
            <a:r>
              <a:rPr lang="en-US" altLang="zh-CN" sz="1600" dirty="0" err="1"/>
              <a:t>jìng</a:t>
            </a:r>
            <a:r>
              <a:rPr lang="en-US" altLang="zh-CN" sz="1600" dirty="0"/>
              <a:t> </a:t>
            </a:r>
            <a:r>
              <a:rPr lang="en-US" altLang="zh-CN" sz="1600" dirty="0" err="1"/>
              <a:t>jìng</a:t>
            </a:r>
            <a:r>
              <a:rPr lang="zh-CN" altLang="en-US" sz="1600" dirty="0"/>
              <a:t> </a:t>
            </a:r>
            <a:r>
              <a:rPr lang="en-US" altLang="zh-CN" sz="1600" dirty="0" err="1"/>
              <a:t>shén</a:t>
            </a:r>
            <a:r>
              <a:rPr lang="en-US" altLang="zh-CN" sz="1600" dirty="0"/>
              <a:t> me </a:t>
            </a:r>
            <a:r>
              <a:rPr lang="en-US" altLang="zh-CN" sz="1600" dirty="0" err="1"/>
              <a:t>yě</a:t>
            </a:r>
            <a:r>
              <a:rPr lang="en-US" altLang="zh-CN" sz="1600" dirty="0"/>
              <a:t> </a:t>
            </a:r>
            <a:r>
              <a:rPr lang="en-US" altLang="zh-CN" sz="1600" dirty="0" err="1"/>
              <a:t>méi</a:t>
            </a:r>
            <a:r>
              <a:rPr lang="en-US" altLang="zh-CN" sz="1600" dirty="0"/>
              <a:t> </a:t>
            </a:r>
            <a:r>
              <a:rPr lang="en-US" altLang="zh-CN" sz="1600" dirty="0" err="1"/>
              <a:t>yǒu</a:t>
            </a:r>
            <a:endParaRPr lang="zh-CN" altLang="en-US" sz="1600" dirty="0"/>
          </a:p>
          <a:p>
            <a:pPr algn="r"/>
            <a:r>
              <a:rPr lang="zh-CN" altLang="en-US" sz="1600" dirty="0"/>
              <a:t>湖  面  平  平  静 静，          什么也没有。</a:t>
            </a:r>
            <a:endParaRPr lang="en-US" altLang="zh-CN" sz="1600" dirty="0"/>
          </a:p>
          <a:p>
            <a:pPr algn="r"/>
            <a:r>
              <a:rPr lang="en-US" altLang="zh-CN" sz="1600" dirty="0" err="1"/>
              <a:t>pí</a:t>
            </a:r>
            <a:r>
              <a:rPr lang="en-US" altLang="zh-CN" sz="1600" dirty="0"/>
              <a:t> </a:t>
            </a:r>
            <a:r>
              <a:rPr lang="en-US" altLang="zh-CN" sz="1600" dirty="0" err="1"/>
              <a:t>pí</a:t>
            </a:r>
            <a:r>
              <a:rPr lang="en-US" altLang="zh-CN" sz="1600" dirty="0"/>
              <a:t> </a:t>
            </a:r>
            <a:r>
              <a:rPr lang="en-US" altLang="zh-CN" sz="1600" dirty="0" err="1"/>
              <a:t>kàn</a:t>
            </a:r>
            <a:r>
              <a:rPr lang="en-US" altLang="zh-CN" sz="1600" dirty="0"/>
              <a:t> </a:t>
            </a:r>
            <a:r>
              <a:rPr lang="en-US" altLang="zh-CN" sz="1600" dirty="0" err="1"/>
              <a:t>xiàng</a:t>
            </a:r>
            <a:r>
              <a:rPr lang="en-US" altLang="zh-CN" sz="1600" dirty="0"/>
              <a:t> </a:t>
            </a:r>
            <a:r>
              <a:rPr lang="en-US" altLang="zh-CN" sz="1600" dirty="0" err="1"/>
              <a:t>xiǎo</a:t>
            </a:r>
            <a:r>
              <a:rPr lang="en-US" altLang="zh-CN" sz="1600" dirty="0"/>
              <a:t> </a:t>
            </a:r>
            <a:r>
              <a:rPr lang="en-US" altLang="zh-CN" sz="1600" dirty="0" err="1"/>
              <a:t>yú</a:t>
            </a:r>
            <a:endParaRPr lang="en-US" altLang="zh-CN" sz="1600" dirty="0"/>
          </a:p>
          <a:p>
            <a:pPr algn="r"/>
            <a:r>
              <a:rPr lang="zh-CN" altLang="en-US" sz="1600" dirty="0">
                <a:latin typeface="STKaiti"/>
              </a:rPr>
              <a:t>皮皮看向小鱼。</a:t>
            </a:r>
          </a:p>
          <a:p>
            <a:pPr algn="r"/>
            <a:r>
              <a:rPr lang="en-US" altLang="zh-CN" sz="1600" dirty="0" err="1"/>
              <a:t>xiǎo</a:t>
            </a:r>
            <a:r>
              <a:rPr lang="en-US" altLang="zh-CN" sz="1600" dirty="0"/>
              <a:t> </a:t>
            </a:r>
            <a:r>
              <a:rPr lang="en-US" altLang="zh-CN" sz="1600" dirty="0" err="1"/>
              <a:t>yú</a:t>
            </a:r>
            <a:r>
              <a:rPr lang="en-US" altLang="zh-CN" sz="1600" dirty="0"/>
              <a:t> </a:t>
            </a:r>
            <a:r>
              <a:rPr lang="en-US" altLang="zh-CN" sz="1600" dirty="0" err="1"/>
              <a:t>tiào</a:t>
            </a:r>
            <a:r>
              <a:rPr lang="en-US" altLang="zh-CN" sz="1600" dirty="0"/>
              <a:t> </a:t>
            </a:r>
            <a:r>
              <a:rPr lang="en-US" altLang="zh-CN" sz="1600" dirty="0" err="1"/>
              <a:t>dào</a:t>
            </a:r>
            <a:r>
              <a:rPr lang="en-US" altLang="zh-CN" sz="1600" dirty="0"/>
              <a:t> </a:t>
            </a:r>
            <a:r>
              <a:rPr lang="en-US" altLang="zh-CN" sz="1600" dirty="0" err="1"/>
              <a:t>hú</a:t>
            </a:r>
            <a:r>
              <a:rPr lang="en-US" altLang="zh-CN" sz="1600" dirty="0"/>
              <a:t> </a:t>
            </a:r>
            <a:r>
              <a:rPr lang="en-US" altLang="zh-CN" sz="1600" dirty="0" err="1"/>
              <a:t>biān</a:t>
            </a:r>
            <a:endParaRPr lang="en-US" altLang="zh-CN" sz="1600" dirty="0"/>
          </a:p>
          <a:p>
            <a:pPr algn="r"/>
            <a:r>
              <a:rPr lang="zh-CN" altLang="en-US" sz="1600" dirty="0">
                <a:latin typeface="STKaiti"/>
              </a:rPr>
              <a:t>小鱼跳到湖边，</a:t>
            </a:r>
            <a:r>
              <a:rPr lang="en-US" altLang="zh-CN" sz="1600" dirty="0"/>
              <a:t> </a:t>
            </a:r>
          </a:p>
          <a:p>
            <a:pPr algn="r"/>
            <a:r>
              <a:rPr lang="en-US" altLang="zh-CN" sz="1600" dirty="0" err="1"/>
              <a:t>bǎ</a:t>
            </a:r>
            <a:r>
              <a:rPr lang="en-US" altLang="zh-CN" sz="1600" dirty="0"/>
              <a:t> </a:t>
            </a:r>
            <a:r>
              <a:rPr lang="en-US" altLang="zh-CN" sz="1600" dirty="0" err="1"/>
              <a:t>xiǎo</a:t>
            </a:r>
            <a:r>
              <a:rPr lang="en-US" altLang="zh-CN" sz="1600" dirty="0"/>
              <a:t> </a:t>
            </a:r>
            <a:r>
              <a:rPr lang="en-US" altLang="zh-CN" sz="1600" dirty="0" err="1"/>
              <a:t>zhuǎ</a:t>
            </a:r>
            <a:r>
              <a:rPr lang="en-US" altLang="zh-CN" sz="1600" dirty="0"/>
              <a:t> zi </a:t>
            </a:r>
            <a:r>
              <a:rPr lang="en-US" altLang="zh-CN" sz="1600" dirty="0" err="1"/>
              <a:t>qīng</a:t>
            </a:r>
            <a:r>
              <a:rPr lang="en-US" altLang="zh-CN" sz="1600" dirty="0"/>
              <a:t> </a:t>
            </a:r>
            <a:r>
              <a:rPr lang="en-US" altLang="zh-CN" sz="1600" dirty="0" err="1"/>
              <a:t>qīng</a:t>
            </a:r>
            <a:r>
              <a:rPr lang="en-US" altLang="zh-CN" sz="1600" dirty="0"/>
              <a:t> </a:t>
            </a:r>
            <a:r>
              <a:rPr lang="en-US" altLang="zh-CN" sz="1600" dirty="0" err="1"/>
              <a:t>fàng</a:t>
            </a:r>
            <a:r>
              <a:rPr lang="en-US" altLang="zh-CN" sz="1600" dirty="0"/>
              <a:t> </a:t>
            </a:r>
            <a:r>
              <a:rPr lang="en-US" altLang="zh-CN" sz="1600" dirty="0" err="1"/>
              <a:t>jìn</a:t>
            </a:r>
            <a:r>
              <a:rPr lang="en-US" altLang="zh-CN" sz="1600" dirty="0"/>
              <a:t> </a:t>
            </a:r>
            <a:r>
              <a:rPr lang="en-US" altLang="zh-CN" sz="1600" dirty="0" err="1"/>
              <a:t>hú</a:t>
            </a:r>
            <a:r>
              <a:rPr lang="en-US" altLang="zh-CN" sz="1600" dirty="0"/>
              <a:t> </a:t>
            </a:r>
            <a:r>
              <a:rPr lang="en-US" altLang="zh-CN" sz="1600" dirty="0" err="1"/>
              <a:t>shuǐ</a:t>
            </a:r>
            <a:r>
              <a:rPr lang="en-US" altLang="zh-CN" sz="1600" dirty="0"/>
              <a:t> </a:t>
            </a:r>
            <a:r>
              <a:rPr lang="en-US" altLang="zh-CN" sz="1600" dirty="0" err="1"/>
              <a:t>lǐ</a:t>
            </a:r>
            <a:endParaRPr lang="en-US" altLang="zh-CN" sz="1600" dirty="0"/>
          </a:p>
          <a:p>
            <a:pPr algn="r"/>
            <a:r>
              <a:rPr lang="zh-CN" altLang="en-US" sz="1600" dirty="0">
                <a:latin typeface="STKaiti"/>
              </a:rPr>
              <a:t>把小爪子        轻轻          放进湖水里。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002C127-93EF-58B6-2E02-AD476E8F6BE7}"/>
              </a:ext>
            </a:extLst>
          </p:cNvPr>
          <p:cNvSpPr txBox="1"/>
          <p:nvPr/>
        </p:nvSpPr>
        <p:spPr>
          <a:xfrm>
            <a:off x="2014538" y="6151889"/>
            <a:ext cx="4447310" cy="3293209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>
              <a:defRPr>
                <a:latin typeface="Charm" pitchFamily="2" charset="-34"/>
                <a:cs typeface="Charm" pitchFamily="2" charset="-34"/>
              </a:defRPr>
            </a:lvl1pPr>
          </a:lstStyle>
          <a:p>
            <a:pPr algn="r"/>
            <a:r>
              <a:rPr lang="en-US" sz="1600" dirty="0"/>
              <a:t>“Wow!”</a:t>
            </a:r>
            <a:r>
              <a:rPr lang="zh-CN" altLang="en-US" sz="1600" dirty="0"/>
              <a:t> </a:t>
            </a:r>
            <a:r>
              <a:rPr lang="en-US" sz="1600" dirty="0"/>
              <a:t>Peter opened his eyes wide.</a:t>
            </a:r>
          </a:p>
          <a:p>
            <a:pPr algn="r"/>
            <a:r>
              <a:rPr lang="en-US" sz="1600" dirty="0"/>
              <a:t>“This lake is much bigger</a:t>
            </a:r>
            <a:r>
              <a:rPr lang="zh-CN" altLang="en-US" sz="1600" dirty="0"/>
              <a:t> </a:t>
            </a:r>
            <a:r>
              <a:rPr lang="en-US" sz="1600" dirty="0"/>
              <a:t>than the one at home!”</a:t>
            </a:r>
          </a:p>
          <a:p>
            <a:pPr algn="r"/>
            <a:r>
              <a:rPr lang="en-US" sz="1600" dirty="0"/>
              <a:t>“Where is your friend?” asked Peter.</a:t>
            </a:r>
          </a:p>
          <a:p>
            <a:pPr algn="r"/>
            <a:endParaRPr lang="en-US" sz="1600" dirty="0"/>
          </a:p>
          <a:p>
            <a:pPr algn="r"/>
            <a:r>
              <a:rPr lang="en-US" sz="1600" dirty="0"/>
              <a:t>Fish blinked, lifted a fluffy paw,</a:t>
            </a:r>
          </a:p>
          <a:p>
            <a:pPr algn="r"/>
            <a:r>
              <a:rPr lang="en-US" sz="1600" dirty="0"/>
              <a:t>and pointed at the lake...</a:t>
            </a:r>
          </a:p>
          <a:p>
            <a:pPr algn="r"/>
            <a:r>
              <a:rPr lang="en-US" sz="1600" dirty="0">
                <a:latin typeface="Charm"/>
              </a:rPr>
              <a:t>Peter blinked.</a:t>
            </a:r>
          </a:p>
          <a:p>
            <a:pPr algn="r"/>
            <a:r>
              <a:rPr lang="en-US" sz="1600" dirty="0">
                <a:latin typeface="Charm"/>
              </a:rPr>
              <a:t>The lake was calm.</a:t>
            </a:r>
          </a:p>
          <a:p>
            <a:pPr algn="r"/>
            <a:r>
              <a:rPr lang="en-US" sz="1600" dirty="0">
                <a:latin typeface="Charm"/>
              </a:rPr>
              <a:t>There was nothing there.</a:t>
            </a:r>
          </a:p>
          <a:p>
            <a:pPr algn="r"/>
            <a:r>
              <a:rPr lang="en-US" sz="1600" dirty="0">
                <a:latin typeface="Charm"/>
              </a:rPr>
              <a:t>Peter looked at Fish.</a:t>
            </a:r>
          </a:p>
          <a:p>
            <a:pPr algn="r"/>
            <a:r>
              <a:rPr lang="en-US" sz="1600" dirty="0">
                <a:latin typeface="Charm"/>
              </a:rPr>
              <a:t>Fish hopped to the lake</a:t>
            </a:r>
          </a:p>
          <a:p>
            <a:pPr algn="r"/>
            <a:r>
              <a:rPr lang="en-US" sz="1600" dirty="0">
                <a:latin typeface="Charm"/>
              </a:rPr>
              <a:t>and dipped a tiny paw</a:t>
            </a:r>
            <a:r>
              <a:rPr lang="en-US" altLang="zh-CN" sz="1600" dirty="0">
                <a:latin typeface="Charm"/>
              </a:rPr>
              <a:t> </a:t>
            </a:r>
            <a:r>
              <a:rPr lang="en-US" sz="1600" dirty="0">
                <a:latin typeface="Charm"/>
              </a:rPr>
              <a:t>into the water.</a:t>
            </a:r>
          </a:p>
          <a:p>
            <a:pPr algn="r"/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332123428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1648831-7C3E-8F1C-A936-A5AD10649C05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85000"/>
          </a:blip>
          <a:srcRect b="10843"/>
          <a:stretch>
            <a:fillRect/>
          </a:stretch>
        </p:blipFill>
        <p:spPr>
          <a:xfrm>
            <a:off x="359660" y="578075"/>
            <a:ext cx="6138680" cy="5137758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4A726ED4-7599-7E41-D366-862C17CDB9B6}"/>
              </a:ext>
            </a:extLst>
          </p:cNvPr>
          <p:cNvSpPr txBox="1"/>
          <p:nvPr/>
        </p:nvSpPr>
        <p:spPr>
          <a:xfrm>
            <a:off x="359660" y="5862361"/>
            <a:ext cx="6723397" cy="3465564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>
            <a:defPPr>
              <a:defRPr lang="en-US"/>
            </a:defPPr>
            <a:lvl1pPr>
              <a:defRPr sz="2000">
                <a:latin typeface="STKaiti" panose="02010600040101010101" pitchFamily="2" charset="-122"/>
                <a:ea typeface="STKaiti" panose="02010600040101010101" pitchFamily="2" charset="-122"/>
              </a:defRPr>
            </a:lvl1pPr>
          </a:lstStyle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lang="en-US" sz="1600" b="0" dirty="0" err="1">
                <a:latin typeface="STKaiti"/>
              </a:rPr>
              <a:t>xiǎo</a:t>
            </a:r>
            <a:r>
              <a:rPr lang="en-US" sz="1600" b="0" dirty="0">
                <a:latin typeface="STKaiti"/>
              </a:rPr>
              <a:t> </a:t>
            </a:r>
            <a:r>
              <a:rPr lang="en-US" sz="1600" b="0" dirty="0" err="1">
                <a:latin typeface="STKaiti"/>
              </a:rPr>
              <a:t>yú</a:t>
            </a:r>
            <a:r>
              <a:rPr lang="en-US" sz="1600" b="0" dirty="0">
                <a:latin typeface="STKaiti"/>
              </a:rPr>
              <a:t> </a:t>
            </a:r>
            <a:r>
              <a:rPr lang="en-US" sz="1600" b="0" dirty="0" err="1">
                <a:latin typeface="STKaiti"/>
              </a:rPr>
              <a:t>zhàn</a:t>
            </a:r>
            <a:r>
              <a:rPr lang="en-US" sz="1600" b="0" dirty="0">
                <a:latin typeface="STKaiti"/>
              </a:rPr>
              <a:t> le </a:t>
            </a:r>
            <a:r>
              <a:rPr lang="en-US" sz="1600" b="0" dirty="0" err="1">
                <a:latin typeface="STKaiti"/>
              </a:rPr>
              <a:t>qǐ</a:t>
            </a:r>
            <a:r>
              <a:rPr lang="en-US" sz="1600" b="0" dirty="0">
                <a:latin typeface="STKaiti"/>
              </a:rPr>
              <a:t> </a:t>
            </a:r>
            <a:r>
              <a:rPr lang="en-US" sz="1600" b="0" dirty="0" err="1">
                <a:latin typeface="STKaiti"/>
              </a:rPr>
              <a:t>lái</a:t>
            </a:r>
            <a:endParaRPr lang="en-US" sz="1600" b="0" dirty="0">
              <a:latin typeface="STKaiti"/>
            </a:endParaRPr>
          </a:p>
          <a:p>
            <a:r>
              <a:rPr lang="zh-CN" altLang="en-US" sz="1600" dirty="0">
                <a:latin typeface="STKaiti"/>
              </a:rPr>
              <a:t>小鱼站了起来。</a:t>
            </a:r>
          </a:p>
          <a:p>
            <a:r>
              <a:rPr lang="en-US" sz="1600" b="0" dirty="0" err="1">
                <a:latin typeface="STKaiti"/>
              </a:rPr>
              <a:t>liǎng</a:t>
            </a:r>
            <a:r>
              <a:rPr lang="en-US" sz="1600" b="0" dirty="0">
                <a:latin typeface="STKaiti"/>
              </a:rPr>
              <a:t> </a:t>
            </a:r>
            <a:r>
              <a:rPr lang="en-US" sz="1600" b="0" dirty="0" err="1">
                <a:latin typeface="STKaiti"/>
              </a:rPr>
              <a:t>zhī</a:t>
            </a:r>
            <a:r>
              <a:rPr lang="en-US" sz="1600" b="0" dirty="0">
                <a:latin typeface="STKaiti"/>
              </a:rPr>
              <a:t> </a:t>
            </a:r>
            <a:r>
              <a:rPr lang="en-US" sz="1600" b="0" dirty="0" err="1">
                <a:latin typeface="STKaiti"/>
              </a:rPr>
              <a:t>qián</a:t>
            </a:r>
            <a:r>
              <a:rPr lang="en-US" sz="1600" b="0" dirty="0">
                <a:latin typeface="STKaiti"/>
              </a:rPr>
              <a:t> </a:t>
            </a:r>
            <a:r>
              <a:rPr lang="en-US" sz="1600" b="0" dirty="0" err="1">
                <a:latin typeface="STKaiti"/>
              </a:rPr>
              <a:t>zhuǎ</a:t>
            </a:r>
            <a:r>
              <a:rPr lang="en-US" sz="1600" b="0" dirty="0">
                <a:latin typeface="STKaiti"/>
              </a:rPr>
              <a:t> </a:t>
            </a:r>
            <a:r>
              <a:rPr lang="en-US" sz="1600" b="0" dirty="0" err="1">
                <a:latin typeface="STKaiti"/>
              </a:rPr>
              <a:t>qīng</a:t>
            </a:r>
            <a:r>
              <a:rPr lang="en-US" sz="1600" b="0" dirty="0">
                <a:latin typeface="STKaiti"/>
              </a:rPr>
              <a:t> </a:t>
            </a:r>
            <a:r>
              <a:rPr lang="en-US" sz="1600" b="0" dirty="0" err="1">
                <a:latin typeface="STKaiti"/>
              </a:rPr>
              <a:t>qīng</a:t>
            </a:r>
            <a:r>
              <a:rPr lang="en-US" sz="1600" b="0" dirty="0">
                <a:latin typeface="STKaiti"/>
              </a:rPr>
              <a:t> </a:t>
            </a:r>
            <a:r>
              <a:rPr lang="en-US" sz="1600" b="0" dirty="0" err="1">
                <a:latin typeface="STKaiti"/>
              </a:rPr>
              <a:t>yì</a:t>
            </a:r>
            <a:r>
              <a:rPr lang="en-US" sz="1600" b="0" dirty="0">
                <a:latin typeface="STKaiti"/>
              </a:rPr>
              <a:t> </a:t>
            </a:r>
            <a:r>
              <a:rPr lang="en-US" sz="1600" b="0" dirty="0" err="1">
                <a:latin typeface="STKaiti"/>
              </a:rPr>
              <a:t>hé</a:t>
            </a:r>
            <a:r>
              <a:rPr lang="zh-CN" altLang="en-US" sz="1600" b="0" dirty="0">
                <a:latin typeface="STKaiti"/>
              </a:rPr>
              <a:t> </a:t>
            </a:r>
            <a:r>
              <a:rPr lang="en-US" sz="1600" dirty="0" err="1">
                <a:latin typeface="STKaiti"/>
              </a:rPr>
              <a:t>yòu</a:t>
            </a:r>
            <a:r>
              <a:rPr lang="en-US" sz="1600" dirty="0">
                <a:latin typeface="STKaiti"/>
              </a:rPr>
              <a:t> </a:t>
            </a:r>
            <a:r>
              <a:rPr lang="en-US" sz="1600" dirty="0" err="1">
                <a:latin typeface="STKaiti"/>
              </a:rPr>
              <a:t>zhuàn</a:t>
            </a:r>
            <a:r>
              <a:rPr lang="en-US" sz="1600" dirty="0">
                <a:latin typeface="STKaiti"/>
              </a:rPr>
              <a:t> le </a:t>
            </a:r>
            <a:r>
              <a:rPr lang="en-US" sz="1600" dirty="0" err="1">
                <a:latin typeface="STKaiti"/>
              </a:rPr>
              <a:t>yì</a:t>
            </a:r>
            <a:r>
              <a:rPr lang="en-US" sz="1600" dirty="0">
                <a:latin typeface="STKaiti"/>
              </a:rPr>
              <a:t> </a:t>
            </a:r>
            <a:r>
              <a:rPr lang="en-US" sz="1600" dirty="0" err="1">
                <a:latin typeface="STKaiti"/>
              </a:rPr>
              <a:t>quān</a:t>
            </a:r>
            <a:endParaRPr lang="en-US" sz="1600" b="0" dirty="0">
              <a:latin typeface="STKaiti"/>
            </a:endParaRPr>
          </a:p>
          <a:p>
            <a:r>
              <a:rPr lang="zh-CN" altLang="en-US" sz="1600" dirty="0">
                <a:latin typeface="STKaiti"/>
              </a:rPr>
              <a:t>两只前爪轻轻一合，</a:t>
            </a:r>
            <a:r>
              <a:rPr sz="1600" b="0" dirty="0" err="1">
                <a:latin typeface="STKaiti"/>
              </a:rPr>
              <a:t>又转了一圈</a:t>
            </a:r>
            <a:r>
              <a:rPr sz="1600" b="0" dirty="0">
                <a:latin typeface="STKaiti"/>
              </a:rPr>
              <a:t>。</a:t>
            </a:r>
            <a:endParaRPr lang="en-US" sz="1600" b="0" dirty="0">
              <a:latin typeface="STKaiti"/>
            </a:endParaRP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lang="en-US" sz="1600" b="0" dirty="0" err="1">
                <a:latin typeface="STKaiti"/>
              </a:rPr>
              <a:t>xiǎo</a:t>
            </a:r>
            <a:r>
              <a:rPr lang="en-US" sz="1600" b="0" dirty="0">
                <a:latin typeface="STKaiti"/>
              </a:rPr>
              <a:t> </a:t>
            </a:r>
            <a:r>
              <a:rPr lang="en-US" sz="1600" b="0" dirty="0" err="1">
                <a:latin typeface="STKaiti"/>
              </a:rPr>
              <a:t>yú</a:t>
            </a:r>
            <a:r>
              <a:rPr lang="en-US" sz="1600" b="0" dirty="0">
                <a:latin typeface="STKaiti"/>
              </a:rPr>
              <a:t> </a:t>
            </a:r>
            <a:r>
              <a:rPr lang="en-US" sz="1600" b="0" dirty="0" err="1">
                <a:latin typeface="STKaiti"/>
              </a:rPr>
              <a:t>fēi</a:t>
            </a:r>
            <a:r>
              <a:rPr lang="en-US" sz="1600" b="0" dirty="0">
                <a:latin typeface="STKaiti"/>
              </a:rPr>
              <a:t> </a:t>
            </a:r>
            <a:r>
              <a:rPr lang="en-US" sz="1600" b="0" dirty="0" err="1">
                <a:latin typeface="STKaiti"/>
              </a:rPr>
              <a:t>dào</a:t>
            </a:r>
            <a:r>
              <a:rPr lang="en-US" sz="1600" b="0" dirty="0">
                <a:latin typeface="STKaiti"/>
              </a:rPr>
              <a:t> </a:t>
            </a:r>
            <a:r>
              <a:rPr lang="en-US" sz="1600" b="0" dirty="0" err="1">
                <a:latin typeface="STKaiti"/>
              </a:rPr>
              <a:t>pí</a:t>
            </a:r>
            <a:r>
              <a:rPr lang="en-US" sz="1600" b="0" dirty="0">
                <a:latin typeface="STKaiti"/>
              </a:rPr>
              <a:t> </a:t>
            </a:r>
            <a:r>
              <a:rPr lang="en-US" sz="1600" b="0" dirty="0" err="1">
                <a:latin typeface="STKaiti"/>
              </a:rPr>
              <a:t>pí</a:t>
            </a:r>
            <a:r>
              <a:rPr lang="en-US" sz="1600" b="0" dirty="0">
                <a:latin typeface="STKaiti"/>
              </a:rPr>
              <a:t> </a:t>
            </a:r>
            <a:r>
              <a:rPr lang="en-US" sz="1600" b="0" dirty="0" err="1">
                <a:latin typeface="STKaiti"/>
              </a:rPr>
              <a:t>miàn</a:t>
            </a:r>
            <a:r>
              <a:rPr lang="en-US" sz="1600" b="0" dirty="0">
                <a:latin typeface="STKaiti"/>
              </a:rPr>
              <a:t> </a:t>
            </a:r>
            <a:r>
              <a:rPr lang="en-US" sz="1600" b="0" dirty="0" err="1">
                <a:latin typeface="STKaiti"/>
              </a:rPr>
              <a:t>qián</a:t>
            </a:r>
            <a:endParaRPr lang="en-US" sz="1600" b="0" dirty="0">
              <a:latin typeface="STKaiti"/>
            </a:endParaRPr>
          </a:p>
          <a:p>
            <a:r>
              <a:rPr lang="zh-CN" altLang="en-US" sz="1600" dirty="0">
                <a:latin typeface="STKaiti"/>
              </a:rPr>
              <a:t>小鱼飞到皮皮面前。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lang="en-US" sz="1600" b="0" dirty="0" err="1">
                <a:latin typeface="STKaiti"/>
              </a:rPr>
              <a:t>tā</a:t>
            </a:r>
            <a:r>
              <a:rPr lang="en-US" sz="1600" b="0" dirty="0">
                <a:latin typeface="STKaiti"/>
              </a:rPr>
              <a:t> </a:t>
            </a:r>
            <a:r>
              <a:rPr lang="en-US" sz="1600" b="0" dirty="0" err="1">
                <a:latin typeface="STKaiti"/>
              </a:rPr>
              <a:t>shēn</a:t>
            </a:r>
            <a:r>
              <a:rPr lang="en-US" sz="1600" b="0" dirty="0">
                <a:latin typeface="STKaiti"/>
              </a:rPr>
              <a:t> </a:t>
            </a:r>
            <a:r>
              <a:rPr lang="en-US" sz="1600" b="0" dirty="0" err="1">
                <a:latin typeface="STKaiti"/>
              </a:rPr>
              <a:t>chū</a:t>
            </a:r>
            <a:r>
              <a:rPr lang="en-US" sz="1600" b="0" dirty="0">
                <a:latin typeface="STKaiti"/>
              </a:rPr>
              <a:t> </a:t>
            </a:r>
            <a:r>
              <a:rPr lang="en-US" sz="1600" b="0" dirty="0" err="1">
                <a:latin typeface="STKaiti"/>
              </a:rPr>
              <a:t>yòu</a:t>
            </a:r>
            <a:r>
              <a:rPr lang="en-US" sz="1600" b="0" dirty="0">
                <a:latin typeface="STKaiti"/>
              </a:rPr>
              <a:t> </a:t>
            </a:r>
            <a:r>
              <a:rPr lang="en-US" sz="1600" b="0" dirty="0" err="1">
                <a:latin typeface="STKaiti"/>
              </a:rPr>
              <a:t>zhuǎ</a:t>
            </a:r>
            <a:r>
              <a:rPr lang="en-US" sz="1600" b="0" dirty="0">
                <a:latin typeface="STKaiti"/>
              </a:rPr>
              <a:t> </a:t>
            </a:r>
            <a:r>
              <a:rPr lang="en-US" sz="1600" b="0" dirty="0" err="1">
                <a:latin typeface="STKaiti"/>
              </a:rPr>
              <a:t>qīng</a:t>
            </a:r>
            <a:r>
              <a:rPr lang="en-US" sz="1600" b="0" dirty="0">
                <a:latin typeface="STKaiti"/>
              </a:rPr>
              <a:t> </a:t>
            </a:r>
            <a:r>
              <a:rPr lang="en-US" sz="1600" b="0" dirty="0" err="1">
                <a:latin typeface="STKaiti"/>
              </a:rPr>
              <a:t>qīng</a:t>
            </a:r>
            <a:r>
              <a:rPr lang="en-US" sz="1600" b="0" dirty="0">
                <a:latin typeface="STKaiti"/>
              </a:rPr>
              <a:t> </a:t>
            </a:r>
            <a:r>
              <a:rPr lang="en-US" sz="1600" b="0" dirty="0" err="1">
                <a:latin typeface="STKaiti"/>
              </a:rPr>
              <a:t>diǎn</a:t>
            </a:r>
            <a:r>
              <a:rPr lang="en-US" sz="1600" b="0" dirty="0">
                <a:latin typeface="STKaiti"/>
              </a:rPr>
              <a:t> le </a:t>
            </a:r>
            <a:r>
              <a:rPr lang="en-US" sz="1600" b="0" dirty="0" err="1">
                <a:latin typeface="STKaiti"/>
              </a:rPr>
              <a:t>yí</a:t>
            </a:r>
            <a:r>
              <a:rPr lang="en-US" sz="1600" b="0" dirty="0">
                <a:latin typeface="STKaiti"/>
              </a:rPr>
              <a:t> </a:t>
            </a:r>
            <a:r>
              <a:rPr lang="en-US" sz="1600" b="0" dirty="0" err="1">
                <a:latin typeface="STKaiti"/>
              </a:rPr>
              <a:t>xià</a:t>
            </a:r>
            <a:r>
              <a:rPr lang="en-US" sz="1600" b="0" dirty="0">
                <a:latin typeface="STKaiti"/>
              </a:rPr>
              <a:t> </a:t>
            </a:r>
            <a:r>
              <a:rPr lang="en-US" sz="1600" b="0" dirty="0" err="1">
                <a:latin typeface="STKaiti"/>
              </a:rPr>
              <a:t>pí</a:t>
            </a:r>
            <a:r>
              <a:rPr lang="en-US" sz="1600" b="0" dirty="0">
                <a:latin typeface="STKaiti"/>
              </a:rPr>
              <a:t> </a:t>
            </a:r>
            <a:r>
              <a:rPr lang="en-US" sz="1600" b="0" dirty="0" err="1">
                <a:latin typeface="STKaiti"/>
              </a:rPr>
              <a:t>pí</a:t>
            </a:r>
            <a:r>
              <a:rPr lang="en-US" sz="1600" b="0" dirty="0">
                <a:latin typeface="STKaiti"/>
              </a:rPr>
              <a:t> de </a:t>
            </a:r>
            <a:r>
              <a:rPr lang="en-US" sz="1600" b="0" dirty="0" err="1">
                <a:latin typeface="STKaiti"/>
              </a:rPr>
              <a:t>méi</a:t>
            </a:r>
            <a:r>
              <a:rPr lang="en-US" sz="1600" b="0" dirty="0">
                <a:latin typeface="STKaiti"/>
              </a:rPr>
              <a:t> </a:t>
            </a:r>
            <a:r>
              <a:rPr lang="en-US" sz="1600" b="0" dirty="0" err="1">
                <a:latin typeface="STKaiti"/>
              </a:rPr>
              <a:t>xīn</a:t>
            </a:r>
            <a:endParaRPr lang="en-US" sz="1600" b="0" dirty="0">
              <a:latin typeface="STKaiti"/>
            </a:endParaRP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lang="zh-CN" altLang="en-US" sz="1600" b="0" dirty="0">
                <a:latin typeface="STKaiti"/>
              </a:rPr>
              <a:t>它 伸  出  右  爪，轻  轻  点  了一下皮皮的眉心。</a:t>
            </a:r>
            <a:endParaRPr lang="en-US" altLang="zh-CN" sz="1600" b="0" dirty="0">
              <a:latin typeface="STKaiti"/>
            </a:endParaRPr>
          </a:p>
          <a:p>
            <a:r>
              <a:rPr lang="en-US" altLang="zh-CN" sz="1600" b="0" dirty="0" err="1">
                <a:latin typeface="STKaiti"/>
              </a:rPr>
              <a:t>yì</a:t>
            </a:r>
            <a:r>
              <a:rPr lang="en-US" altLang="zh-CN" sz="1600" b="0" dirty="0">
                <a:latin typeface="STKaiti"/>
              </a:rPr>
              <a:t> </a:t>
            </a:r>
            <a:r>
              <a:rPr lang="en-US" altLang="zh-CN" sz="1600" b="0" dirty="0" err="1">
                <a:latin typeface="STKaiti"/>
              </a:rPr>
              <a:t>dī</a:t>
            </a:r>
            <a:r>
              <a:rPr lang="en-US" altLang="zh-CN" sz="1600" b="0" dirty="0">
                <a:latin typeface="STKaiti"/>
              </a:rPr>
              <a:t> </a:t>
            </a:r>
            <a:r>
              <a:rPr lang="en-US" altLang="zh-CN" sz="1600" b="0" dirty="0" err="1">
                <a:latin typeface="STKaiti"/>
              </a:rPr>
              <a:t>xiǎo</a:t>
            </a:r>
            <a:r>
              <a:rPr lang="en-US" altLang="zh-CN" sz="1600" b="0" dirty="0">
                <a:latin typeface="STKaiti"/>
              </a:rPr>
              <a:t> </a:t>
            </a:r>
            <a:r>
              <a:rPr lang="en-US" altLang="zh-CN" sz="1600" b="0" dirty="0" err="1">
                <a:latin typeface="STKaiti"/>
              </a:rPr>
              <a:t>shuǐ</a:t>
            </a:r>
            <a:r>
              <a:rPr lang="en-US" altLang="zh-CN" sz="1600" b="0" dirty="0">
                <a:latin typeface="STKaiti"/>
              </a:rPr>
              <a:t> </a:t>
            </a:r>
            <a:r>
              <a:rPr lang="en-US" altLang="zh-CN" sz="1600" b="0" dirty="0" err="1">
                <a:latin typeface="STKaiti"/>
              </a:rPr>
              <a:t>zhū</a:t>
            </a:r>
            <a:r>
              <a:rPr lang="en-US" altLang="zh-CN" sz="1600" b="0" dirty="0">
                <a:latin typeface="STKaiti"/>
              </a:rPr>
              <a:t> </a:t>
            </a:r>
            <a:r>
              <a:rPr lang="en-US" altLang="zh-CN" sz="1600" b="0" dirty="0" err="1">
                <a:latin typeface="STKaiti"/>
              </a:rPr>
              <a:t>màn</a:t>
            </a:r>
            <a:r>
              <a:rPr lang="en-US" altLang="zh-CN" sz="1600" b="0" dirty="0">
                <a:latin typeface="STKaiti"/>
              </a:rPr>
              <a:t> </a:t>
            </a:r>
            <a:r>
              <a:rPr lang="en-US" altLang="zh-CN" sz="1600" b="0" dirty="0" err="1">
                <a:latin typeface="STKaiti"/>
              </a:rPr>
              <a:t>màn</a:t>
            </a:r>
            <a:r>
              <a:rPr lang="en-US" altLang="zh-CN" sz="1600" b="0" dirty="0">
                <a:latin typeface="STKaiti"/>
              </a:rPr>
              <a:t> </a:t>
            </a:r>
            <a:r>
              <a:rPr lang="en-US" altLang="zh-CN" sz="1600" dirty="0" err="1">
                <a:latin typeface="STKaiti"/>
              </a:rPr>
              <a:t>biàn</a:t>
            </a:r>
            <a:r>
              <a:rPr lang="en-US" altLang="zh-CN" sz="1600" dirty="0">
                <a:latin typeface="STKaiti"/>
              </a:rPr>
              <a:t> </a:t>
            </a:r>
            <a:r>
              <a:rPr lang="en-US" altLang="zh-CN" sz="1600" dirty="0" err="1">
                <a:latin typeface="STKaiti"/>
              </a:rPr>
              <a:t>chéng</a:t>
            </a:r>
            <a:r>
              <a:rPr lang="en-US" altLang="zh-CN" sz="1600" dirty="0">
                <a:latin typeface="STKaiti"/>
              </a:rPr>
              <a:t> le </a:t>
            </a:r>
            <a:r>
              <a:rPr lang="en-US" altLang="zh-CN" sz="1600" dirty="0" err="1">
                <a:latin typeface="STKaiti"/>
              </a:rPr>
              <a:t>yí</a:t>
            </a:r>
            <a:r>
              <a:rPr lang="en-US" altLang="zh-CN" sz="1600" dirty="0">
                <a:latin typeface="STKaiti"/>
              </a:rPr>
              <a:t> </a:t>
            </a:r>
            <a:r>
              <a:rPr lang="en-US" altLang="zh-CN" sz="1600" dirty="0" err="1">
                <a:latin typeface="STKaiti"/>
              </a:rPr>
              <a:t>ge</a:t>
            </a:r>
            <a:r>
              <a:rPr lang="en-US" altLang="zh-CN" sz="1600" dirty="0">
                <a:latin typeface="STKaiti"/>
              </a:rPr>
              <a:t> </a:t>
            </a:r>
            <a:r>
              <a:rPr lang="en-US" altLang="zh-CN" sz="1600" dirty="0" err="1">
                <a:latin typeface="STKaiti"/>
              </a:rPr>
              <a:t>dà</a:t>
            </a:r>
            <a:r>
              <a:rPr lang="en-US" altLang="zh-CN" sz="1600" dirty="0">
                <a:latin typeface="STKaiti"/>
              </a:rPr>
              <a:t> </a:t>
            </a:r>
            <a:r>
              <a:rPr lang="en-US" altLang="zh-CN" sz="1600" dirty="0" err="1">
                <a:latin typeface="STKaiti"/>
              </a:rPr>
              <a:t>pào</a:t>
            </a:r>
            <a:r>
              <a:rPr lang="en-US" altLang="zh-CN" sz="1600" dirty="0">
                <a:latin typeface="STKaiti"/>
              </a:rPr>
              <a:t> pao</a:t>
            </a:r>
            <a:endParaRPr lang="en-US" altLang="zh-CN" sz="1600" b="0" dirty="0">
              <a:latin typeface="STKaiti"/>
            </a:endParaRP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lang="zh-CN" altLang="en-US" sz="1600" b="0" dirty="0">
                <a:latin typeface="STKaiti"/>
              </a:rPr>
              <a:t>一滴小水珠，慢慢变成了一个大泡泡！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lang="en-US" sz="1600" b="0" dirty="0" err="1">
                <a:latin typeface="STKaiti"/>
              </a:rPr>
              <a:t>dà</a:t>
            </a:r>
            <a:r>
              <a:rPr lang="en-US" sz="1600" b="0" dirty="0">
                <a:latin typeface="STKaiti"/>
              </a:rPr>
              <a:t> </a:t>
            </a:r>
            <a:r>
              <a:rPr lang="en-US" sz="1600" b="0" dirty="0" err="1">
                <a:latin typeface="STKaiti"/>
              </a:rPr>
              <a:t>pào</a:t>
            </a:r>
            <a:r>
              <a:rPr lang="en-US" sz="1600" b="0" dirty="0">
                <a:latin typeface="STKaiti"/>
              </a:rPr>
              <a:t> pao </a:t>
            </a:r>
            <a:r>
              <a:rPr lang="en-US" sz="1600" b="0" dirty="0" err="1">
                <a:latin typeface="STKaiti"/>
              </a:rPr>
              <a:t>bǎ</a:t>
            </a:r>
            <a:r>
              <a:rPr lang="en-US" sz="1600" b="0" dirty="0">
                <a:latin typeface="STKaiti"/>
              </a:rPr>
              <a:t> </a:t>
            </a:r>
            <a:r>
              <a:rPr lang="en-US" sz="1600" b="0" dirty="0" err="1">
                <a:latin typeface="STKaiti"/>
              </a:rPr>
              <a:t>tā</a:t>
            </a:r>
            <a:r>
              <a:rPr lang="en-US" sz="1600" b="0" dirty="0">
                <a:latin typeface="STKaiti"/>
              </a:rPr>
              <a:t> men </a:t>
            </a:r>
            <a:r>
              <a:rPr lang="en-US" sz="1600" b="0" dirty="0" err="1">
                <a:latin typeface="STKaiti"/>
              </a:rPr>
              <a:t>bāo</a:t>
            </a:r>
            <a:r>
              <a:rPr lang="en-US" sz="1600" b="0" dirty="0">
                <a:latin typeface="STKaiti"/>
              </a:rPr>
              <a:t> le </a:t>
            </a:r>
            <a:r>
              <a:rPr lang="en-US" sz="1600" b="0" dirty="0" err="1">
                <a:latin typeface="STKaiti"/>
              </a:rPr>
              <a:t>qǐ</a:t>
            </a:r>
            <a:r>
              <a:rPr lang="en-US" sz="1600" b="0" dirty="0">
                <a:latin typeface="STKaiti"/>
              </a:rPr>
              <a:t> </a:t>
            </a:r>
            <a:r>
              <a:rPr lang="en-US" sz="1600" b="0" dirty="0" err="1">
                <a:latin typeface="STKaiti"/>
              </a:rPr>
              <a:t>lái</a:t>
            </a:r>
            <a:endParaRPr lang="en-US" sz="1600" b="0" dirty="0">
              <a:latin typeface="STKaiti"/>
            </a:endParaRP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lang="zh-CN" altLang="en-US" sz="1600" b="0" dirty="0">
                <a:latin typeface="STKaiti"/>
              </a:rPr>
              <a:t>大泡泡把他们包了起来。</a:t>
            </a:r>
          </a:p>
          <a:p>
            <a:r>
              <a:rPr lang="en-US" sz="1600" dirty="0" err="1">
                <a:latin typeface="STKaiti"/>
              </a:rPr>
              <a:t>pí</a:t>
            </a:r>
            <a:r>
              <a:rPr lang="en-US" sz="1600" dirty="0">
                <a:latin typeface="STKaiti"/>
              </a:rPr>
              <a:t> </a:t>
            </a:r>
            <a:r>
              <a:rPr lang="en-US" sz="1600" dirty="0" err="1">
                <a:latin typeface="STKaiti"/>
              </a:rPr>
              <a:t>pí</a:t>
            </a:r>
            <a:r>
              <a:rPr lang="en-US" sz="1600" dirty="0">
                <a:latin typeface="STKaiti"/>
              </a:rPr>
              <a:t> </a:t>
            </a:r>
            <a:r>
              <a:rPr lang="en-US" sz="1600" dirty="0" err="1">
                <a:latin typeface="STKaiti"/>
              </a:rPr>
              <a:t>qīng</a:t>
            </a:r>
            <a:r>
              <a:rPr lang="en-US" sz="1600" dirty="0">
                <a:latin typeface="STKaiti"/>
              </a:rPr>
              <a:t> </a:t>
            </a:r>
            <a:r>
              <a:rPr lang="en-US" sz="1600" dirty="0" err="1">
                <a:latin typeface="STKaiti"/>
              </a:rPr>
              <a:t>qīng</a:t>
            </a:r>
            <a:r>
              <a:rPr lang="en-US" sz="1600" dirty="0">
                <a:latin typeface="STKaiti"/>
              </a:rPr>
              <a:t> </a:t>
            </a:r>
            <a:r>
              <a:rPr lang="en-US" sz="1600" dirty="0" err="1">
                <a:latin typeface="STKaiti"/>
              </a:rPr>
              <a:t>shēn</a:t>
            </a:r>
            <a:r>
              <a:rPr lang="en-US" sz="1600" dirty="0">
                <a:latin typeface="STKaiti"/>
              </a:rPr>
              <a:t> </a:t>
            </a:r>
            <a:r>
              <a:rPr lang="en-US" sz="1600" dirty="0" err="1">
                <a:latin typeface="STKaiti"/>
              </a:rPr>
              <a:t>chū</a:t>
            </a:r>
            <a:r>
              <a:rPr lang="en-US" sz="1600" dirty="0">
                <a:latin typeface="STKaiti"/>
              </a:rPr>
              <a:t> </a:t>
            </a:r>
            <a:r>
              <a:rPr lang="en-US" sz="1600" dirty="0" err="1">
                <a:latin typeface="STKaiti"/>
              </a:rPr>
              <a:t>shǒu</a:t>
            </a:r>
            <a:r>
              <a:rPr lang="en-US" sz="1600" dirty="0">
                <a:latin typeface="STKaiti"/>
              </a:rPr>
              <a:t> </a:t>
            </a:r>
            <a:r>
              <a:rPr lang="en-US" sz="1600" dirty="0" err="1">
                <a:latin typeface="STKaiti"/>
              </a:rPr>
              <a:t>pèng</a:t>
            </a:r>
            <a:r>
              <a:rPr lang="en-US" sz="1600" dirty="0">
                <a:latin typeface="STKaiti"/>
              </a:rPr>
              <a:t> le </a:t>
            </a:r>
            <a:r>
              <a:rPr lang="en-US" sz="1600" dirty="0" err="1">
                <a:latin typeface="STKaiti"/>
              </a:rPr>
              <a:t>yí</a:t>
            </a:r>
            <a:r>
              <a:rPr lang="en-US" sz="1600" dirty="0">
                <a:latin typeface="STKaiti"/>
              </a:rPr>
              <a:t> </a:t>
            </a:r>
            <a:r>
              <a:rPr lang="en-US" sz="1600" dirty="0" err="1">
                <a:latin typeface="STKaiti"/>
              </a:rPr>
              <a:t>xià</a:t>
            </a:r>
            <a:endParaRPr lang="en-US" sz="1600" dirty="0">
              <a:latin typeface="STKaiti"/>
            </a:endParaRP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lang="zh-CN" altLang="en-US" sz="1600" b="0" dirty="0">
                <a:latin typeface="STKaiti"/>
              </a:rPr>
              <a:t>皮皮轻轻伸出手，碰了一下。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5D25ED5-DA48-3AF2-529E-598BCD3FE754}"/>
              </a:ext>
            </a:extLst>
          </p:cNvPr>
          <p:cNvSpPr txBox="1"/>
          <p:nvPr/>
        </p:nvSpPr>
        <p:spPr>
          <a:xfrm>
            <a:off x="2860028" y="578074"/>
            <a:ext cx="3638312" cy="3958007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>
            <a:defPPr>
              <a:defRPr lang="en-US"/>
            </a:defPPr>
            <a:lvl1pPr>
              <a:defRPr>
                <a:latin typeface="Charm" pitchFamily="2" charset="-34"/>
                <a:cs typeface="Charm" pitchFamily="2" charset="-34"/>
              </a:defRPr>
            </a:lvl1pPr>
          </a:lstStyle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600" b="0" dirty="0">
                <a:latin typeface="Charm"/>
              </a:rPr>
              <a:t>Fish stood up.</a:t>
            </a:r>
          </a:p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600" b="0" dirty="0">
                <a:latin typeface="Charm"/>
              </a:rPr>
              <a:t>Its little front paws came together,</a:t>
            </a:r>
          </a:p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600" b="0" dirty="0">
                <a:latin typeface="Charm"/>
              </a:rPr>
              <a:t>then turned in a circle.</a:t>
            </a:r>
            <a:endParaRPr lang="en-US" sz="1600" b="0" dirty="0">
              <a:latin typeface="Charm"/>
            </a:endParaRPr>
          </a:p>
          <a:p>
            <a:pPr algn="r"/>
            <a:endParaRPr lang="en-US" sz="1600" dirty="0">
              <a:latin typeface="Charm"/>
            </a:endParaRPr>
          </a:p>
          <a:p>
            <a:pPr algn="r"/>
            <a:r>
              <a:rPr lang="en-US" sz="1600" dirty="0">
                <a:latin typeface="Charm"/>
              </a:rPr>
              <a:t>Fish flew to Peter.</a:t>
            </a:r>
          </a:p>
          <a:p>
            <a:pPr algn="r"/>
            <a:r>
              <a:rPr lang="en-US" sz="1600" dirty="0">
                <a:latin typeface="Charm"/>
              </a:rPr>
              <a:t>It gently touched</a:t>
            </a:r>
            <a:r>
              <a:rPr lang="zh-CN" altLang="en-US" sz="1600" dirty="0">
                <a:latin typeface="Charm"/>
              </a:rPr>
              <a:t> </a:t>
            </a:r>
            <a:r>
              <a:rPr lang="en-US" sz="1600" dirty="0">
                <a:latin typeface="Charm"/>
              </a:rPr>
              <a:t>the middle of </a:t>
            </a:r>
          </a:p>
          <a:p>
            <a:pPr algn="r"/>
            <a:r>
              <a:rPr lang="en-US" sz="1600" dirty="0">
                <a:latin typeface="Charm"/>
              </a:rPr>
              <a:t>Peter’s forehead.</a:t>
            </a:r>
          </a:p>
          <a:p>
            <a:pPr algn="r"/>
            <a:endParaRPr lang="en-US" sz="1600" dirty="0">
              <a:latin typeface="Charm"/>
            </a:endParaRPr>
          </a:p>
          <a:p>
            <a:pPr algn="r"/>
            <a:endParaRPr lang="en-US" sz="1600" dirty="0">
              <a:latin typeface="Charm"/>
            </a:endParaRPr>
          </a:p>
          <a:p>
            <a:pPr algn="r"/>
            <a:endParaRPr lang="en-US" sz="1600" dirty="0">
              <a:latin typeface="Charm"/>
            </a:endParaRPr>
          </a:p>
          <a:p>
            <a:pPr algn="r"/>
            <a:endParaRPr lang="en-US" sz="1600" dirty="0">
              <a:latin typeface="Charm"/>
            </a:endParaRPr>
          </a:p>
          <a:p>
            <a:pPr algn="r"/>
            <a:endParaRPr lang="en-US" sz="1600" dirty="0">
              <a:latin typeface="Charm"/>
            </a:endParaRPr>
          </a:p>
          <a:p>
            <a:pPr algn="r"/>
            <a:r>
              <a:rPr lang="en-US" sz="1600" dirty="0">
                <a:latin typeface="Charm"/>
              </a:rPr>
              <a:t>A tiny drop of water grew bigger.</a:t>
            </a:r>
          </a:p>
          <a:p>
            <a:pPr algn="r"/>
            <a:r>
              <a:rPr lang="en-US" sz="1600" dirty="0">
                <a:latin typeface="Charm"/>
              </a:rPr>
              <a:t>In a blink, it became</a:t>
            </a:r>
            <a:r>
              <a:rPr lang="zh-CN" altLang="en-US" sz="1600" dirty="0">
                <a:latin typeface="Charm"/>
              </a:rPr>
              <a:t> </a:t>
            </a:r>
            <a:r>
              <a:rPr lang="en-US" sz="1600" dirty="0">
                <a:latin typeface="Charm"/>
              </a:rPr>
              <a:t>a giant bubble!</a:t>
            </a:r>
          </a:p>
          <a:p>
            <a:pPr algn="r"/>
            <a:r>
              <a:rPr lang="en-US" sz="1600" dirty="0">
                <a:latin typeface="Charm"/>
              </a:rPr>
              <a:t>The giant bubble</a:t>
            </a:r>
            <a:r>
              <a:rPr lang="zh-CN" altLang="en-US" sz="1600" dirty="0">
                <a:latin typeface="Charm"/>
              </a:rPr>
              <a:t> </a:t>
            </a:r>
            <a:r>
              <a:rPr lang="en-US" sz="1600" dirty="0">
                <a:latin typeface="Charm"/>
              </a:rPr>
              <a:t>wrapped around them.</a:t>
            </a:r>
          </a:p>
          <a:p>
            <a:pPr algn="r"/>
            <a:r>
              <a:rPr lang="en-US" sz="1600" dirty="0">
                <a:latin typeface="Charm"/>
              </a:rPr>
              <a:t>Peter reached out</a:t>
            </a:r>
            <a:r>
              <a:rPr lang="zh-CN" altLang="en-US" sz="1600" dirty="0">
                <a:latin typeface="Charm"/>
              </a:rPr>
              <a:t> </a:t>
            </a:r>
            <a:r>
              <a:rPr lang="en-US" sz="1600" dirty="0">
                <a:latin typeface="Charm"/>
              </a:rPr>
              <a:t>and touched it.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E3F37A76-2C61-CE83-A981-6BE7CD7B18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D18141-EABD-1941-A9BC-32C3BC21E60E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330771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166B301-F847-8934-F048-2BB4C0679C81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85000"/>
          </a:blip>
          <a:srcRect l="4562" r="19201"/>
          <a:stretch>
            <a:fillRect/>
          </a:stretch>
        </p:blipFill>
        <p:spPr>
          <a:xfrm>
            <a:off x="-8573" y="1931355"/>
            <a:ext cx="6858000" cy="6746709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4FA6DF9C-A490-1EDF-4B31-F2854395CBC0}"/>
              </a:ext>
            </a:extLst>
          </p:cNvPr>
          <p:cNvSpPr txBox="1"/>
          <p:nvPr/>
        </p:nvSpPr>
        <p:spPr>
          <a:xfrm>
            <a:off x="488633" y="429898"/>
            <a:ext cx="5897880" cy="1988237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>
            <a:defPPr>
              <a:defRPr lang="en-US"/>
            </a:defPPr>
            <a:lvl1pPr>
              <a:defRPr sz="2000">
                <a:latin typeface="STKaiti" panose="02010600040101010101" pitchFamily="2" charset="-122"/>
                <a:ea typeface="STKaiti" panose="02010600040101010101" pitchFamily="2" charset="-122"/>
              </a:defRPr>
            </a:lvl1pPr>
          </a:lstStyle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lang="en-US" sz="1600" b="0" dirty="0" err="1">
                <a:latin typeface="STKaiti"/>
              </a:rPr>
              <a:t>pào</a:t>
            </a:r>
            <a:r>
              <a:rPr lang="en-US" sz="1600" b="0" dirty="0">
                <a:latin typeface="STKaiti"/>
              </a:rPr>
              <a:t> pao </a:t>
            </a:r>
            <a:r>
              <a:rPr lang="en-US" sz="1600" b="0" dirty="0" err="1">
                <a:latin typeface="STKaiti"/>
              </a:rPr>
              <a:t>qīng</a:t>
            </a:r>
            <a:r>
              <a:rPr lang="en-US" sz="1600" b="0" dirty="0">
                <a:latin typeface="STKaiti"/>
              </a:rPr>
              <a:t> </a:t>
            </a:r>
            <a:r>
              <a:rPr lang="en-US" sz="1600" b="0" dirty="0" err="1">
                <a:latin typeface="STKaiti"/>
              </a:rPr>
              <a:t>qīng</a:t>
            </a:r>
            <a:r>
              <a:rPr lang="en-US" sz="1600" b="0" dirty="0">
                <a:latin typeface="STKaiti"/>
              </a:rPr>
              <a:t> </a:t>
            </a:r>
            <a:r>
              <a:rPr lang="en-US" sz="1600" b="0" dirty="0" err="1">
                <a:latin typeface="STKaiti"/>
              </a:rPr>
              <a:t>yáo</a:t>
            </a:r>
            <a:r>
              <a:rPr lang="en-US" sz="1600" b="0" dirty="0">
                <a:latin typeface="STKaiti"/>
              </a:rPr>
              <a:t> le </a:t>
            </a:r>
            <a:r>
              <a:rPr lang="en-US" sz="1600" b="0" dirty="0" err="1">
                <a:latin typeface="STKaiti"/>
              </a:rPr>
              <a:t>yáo</a:t>
            </a:r>
            <a:endParaRPr lang="en-US" sz="1600" b="0" dirty="0">
              <a:latin typeface="STKaiti"/>
            </a:endParaRPr>
          </a:p>
          <a:p>
            <a:r>
              <a:rPr lang="zh-CN" altLang="en-US" sz="1600" dirty="0">
                <a:latin typeface="STKaiti"/>
              </a:rPr>
              <a:t>泡泡轻轻摇了摇。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lang="en-US" sz="1600" b="0" dirty="0" err="1">
                <a:latin typeface="STKaiti"/>
              </a:rPr>
              <a:t>yí</a:t>
            </a:r>
            <a:r>
              <a:rPr lang="en-US" sz="1600" b="0" dirty="0">
                <a:latin typeface="STKaiti"/>
              </a:rPr>
              <a:t> </a:t>
            </a:r>
            <a:r>
              <a:rPr lang="en-US" sz="1600" b="0" dirty="0" err="1">
                <a:latin typeface="STKaiti"/>
              </a:rPr>
              <a:t>dào</a:t>
            </a:r>
            <a:r>
              <a:rPr lang="en-US" sz="1600" b="0" dirty="0">
                <a:latin typeface="STKaiti"/>
              </a:rPr>
              <a:t> </a:t>
            </a:r>
            <a:r>
              <a:rPr lang="en-US" sz="1600" b="0" dirty="0" err="1">
                <a:latin typeface="STKaiti"/>
              </a:rPr>
              <a:t>cǎi</a:t>
            </a:r>
            <a:r>
              <a:rPr lang="en-US" sz="1600" b="0" dirty="0">
                <a:latin typeface="STKaiti"/>
              </a:rPr>
              <a:t> </a:t>
            </a:r>
            <a:r>
              <a:rPr lang="en-US" sz="1600" b="0" dirty="0" err="1">
                <a:latin typeface="STKaiti"/>
              </a:rPr>
              <a:t>hóng</a:t>
            </a:r>
            <a:r>
              <a:rPr lang="en-US" sz="1600" b="0" dirty="0">
                <a:latin typeface="STKaiti"/>
              </a:rPr>
              <a:t> </a:t>
            </a:r>
            <a:r>
              <a:rPr lang="en-US" sz="1600" b="0" dirty="0" err="1">
                <a:latin typeface="STKaiti"/>
              </a:rPr>
              <a:t>guāng</a:t>
            </a:r>
            <a:r>
              <a:rPr lang="en-US" sz="1600" b="0" dirty="0">
                <a:latin typeface="STKaiti"/>
              </a:rPr>
              <a:t> </a:t>
            </a:r>
            <a:r>
              <a:rPr lang="en-US" sz="1600" b="0" dirty="0" err="1">
                <a:latin typeface="STKaiti"/>
              </a:rPr>
              <a:t>màn</a:t>
            </a:r>
            <a:r>
              <a:rPr lang="en-US" sz="1600" b="0" dirty="0">
                <a:latin typeface="STKaiti"/>
              </a:rPr>
              <a:t> </a:t>
            </a:r>
            <a:r>
              <a:rPr lang="en-US" sz="1600" b="0" dirty="0" err="1">
                <a:latin typeface="STKaiti"/>
              </a:rPr>
              <a:t>màn</a:t>
            </a:r>
            <a:r>
              <a:rPr lang="en-US" sz="1600" b="0" dirty="0">
                <a:latin typeface="STKaiti"/>
              </a:rPr>
              <a:t> </a:t>
            </a:r>
            <a:r>
              <a:rPr lang="en-US" sz="1600" b="0" dirty="0" err="1">
                <a:latin typeface="STKaiti"/>
              </a:rPr>
              <a:t>liú</a:t>
            </a:r>
            <a:r>
              <a:rPr lang="en-US" sz="1600" b="0" dirty="0">
                <a:latin typeface="STKaiti"/>
              </a:rPr>
              <a:t> </a:t>
            </a:r>
            <a:r>
              <a:rPr lang="en-US" sz="1600" b="0" dirty="0" err="1">
                <a:latin typeface="STKaiti"/>
              </a:rPr>
              <a:t>guò</a:t>
            </a:r>
            <a:r>
              <a:rPr lang="en-US" sz="1600" b="0" dirty="0">
                <a:latin typeface="STKaiti"/>
              </a:rPr>
              <a:t> </a:t>
            </a:r>
            <a:r>
              <a:rPr lang="en-US" sz="1600" b="0" dirty="0" err="1">
                <a:latin typeface="STKaiti"/>
              </a:rPr>
              <a:t>qù</a:t>
            </a:r>
            <a:endParaRPr lang="en-US" sz="1600" b="0" dirty="0">
              <a:latin typeface="STKaiti"/>
            </a:endParaRPr>
          </a:p>
          <a:p>
            <a:r>
              <a:rPr lang="zh-CN" altLang="en-US" sz="1600" dirty="0">
                <a:latin typeface="STKaiti"/>
              </a:rPr>
              <a:t>一道彩虹光慢慢流过去。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lang="en-US" sz="1600" dirty="0" err="1">
                <a:latin typeface="STKaiti"/>
              </a:rPr>
              <a:t>w</a:t>
            </a:r>
            <a:r>
              <a:rPr lang="en-US" sz="1600" b="0" dirty="0" err="1">
                <a:latin typeface="STKaiti"/>
              </a:rPr>
              <a:t>ā</a:t>
            </a:r>
            <a:r>
              <a:rPr lang="en-US" sz="1600" b="0" dirty="0">
                <a:latin typeface="STKaiti"/>
              </a:rPr>
              <a:t> </a:t>
            </a:r>
            <a:r>
              <a:rPr lang="en-US" sz="1600" b="0" dirty="0" err="1">
                <a:latin typeface="STKaiti"/>
              </a:rPr>
              <a:t>pí</a:t>
            </a:r>
            <a:r>
              <a:rPr lang="en-US" sz="1600" b="0" dirty="0">
                <a:latin typeface="STKaiti"/>
              </a:rPr>
              <a:t> </a:t>
            </a:r>
            <a:r>
              <a:rPr lang="en-US" sz="1600" b="0" dirty="0" err="1">
                <a:latin typeface="STKaiti"/>
              </a:rPr>
              <a:t>pí</a:t>
            </a:r>
            <a:r>
              <a:rPr lang="en-US" sz="1600" b="0" dirty="0">
                <a:latin typeface="STKaiti"/>
              </a:rPr>
              <a:t> </a:t>
            </a:r>
            <a:r>
              <a:rPr lang="en-US" sz="1600" b="0" dirty="0" err="1">
                <a:latin typeface="STKaiti"/>
              </a:rPr>
              <a:t>kàn</a:t>
            </a:r>
            <a:r>
              <a:rPr lang="en-US" sz="1600" b="0" dirty="0">
                <a:latin typeface="STKaiti"/>
              </a:rPr>
              <a:t> </a:t>
            </a:r>
            <a:r>
              <a:rPr lang="en-US" sz="1600" b="0" dirty="0" err="1">
                <a:latin typeface="STKaiti"/>
              </a:rPr>
              <a:t>dāi</a:t>
            </a:r>
            <a:r>
              <a:rPr lang="en-US" sz="1600" b="0" dirty="0">
                <a:latin typeface="STKaiti"/>
              </a:rPr>
              <a:t> le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0" dirty="0">
                <a:latin typeface="STKaiti"/>
              </a:rPr>
              <a:t>“</a:t>
            </a:r>
            <a:r>
              <a:rPr sz="1600" b="0" dirty="0" err="1">
                <a:latin typeface="STKaiti"/>
              </a:rPr>
              <a:t>哇</a:t>
            </a:r>
            <a:r>
              <a:rPr sz="1600" b="0" dirty="0">
                <a:latin typeface="STKaiti"/>
              </a:rPr>
              <a:t>——”</a:t>
            </a:r>
            <a:r>
              <a:rPr sz="1600" b="0" dirty="0" err="1">
                <a:latin typeface="STKaiti"/>
              </a:rPr>
              <a:t>皮皮看呆了</a:t>
            </a:r>
            <a:r>
              <a:rPr sz="1600" b="0" dirty="0">
                <a:latin typeface="STKaiti"/>
              </a:rPr>
              <a:t>。</a:t>
            </a:r>
            <a:endParaRPr lang="en-US" sz="1600" b="0" dirty="0">
              <a:latin typeface="STKaiti"/>
            </a:endParaRPr>
          </a:p>
          <a:p>
            <a:r>
              <a:rPr lang="en-US" sz="1600" b="0" dirty="0" err="1">
                <a:latin typeface="STKaiti"/>
              </a:rPr>
              <a:t>pí</a:t>
            </a:r>
            <a:r>
              <a:rPr lang="en-US" sz="1600" b="0" dirty="0">
                <a:latin typeface="STKaiti"/>
              </a:rPr>
              <a:t> </a:t>
            </a:r>
            <a:r>
              <a:rPr lang="en-US" sz="1600" b="0" dirty="0" err="1">
                <a:latin typeface="STKaiti"/>
              </a:rPr>
              <a:t>pí</a:t>
            </a:r>
            <a:r>
              <a:rPr lang="en-US" sz="1600" b="0" dirty="0">
                <a:latin typeface="STKaiti"/>
              </a:rPr>
              <a:t> </a:t>
            </a:r>
            <a:r>
              <a:rPr lang="en-US" sz="1600" b="0" dirty="0" err="1">
                <a:latin typeface="STKaiti"/>
              </a:rPr>
              <a:t>xiào</a:t>
            </a:r>
            <a:r>
              <a:rPr lang="en-US" sz="1600" b="0" dirty="0">
                <a:latin typeface="STKaiti"/>
              </a:rPr>
              <a:t> le </a:t>
            </a:r>
            <a:r>
              <a:rPr lang="en-US" sz="1600" dirty="0" err="1">
                <a:latin typeface="STKaiti"/>
              </a:rPr>
              <a:t>wǒ</a:t>
            </a:r>
            <a:r>
              <a:rPr lang="en-US" sz="1600" dirty="0">
                <a:latin typeface="STKaiti"/>
              </a:rPr>
              <a:t> </a:t>
            </a:r>
            <a:r>
              <a:rPr lang="en-US" sz="1600" dirty="0" err="1">
                <a:latin typeface="STKaiti"/>
              </a:rPr>
              <a:t>hǎo</a:t>
            </a:r>
            <a:r>
              <a:rPr lang="en-US" sz="1600" dirty="0">
                <a:latin typeface="STKaiti"/>
              </a:rPr>
              <a:t> </a:t>
            </a:r>
            <a:r>
              <a:rPr lang="en-US" sz="1600" dirty="0" err="1">
                <a:latin typeface="STKaiti"/>
              </a:rPr>
              <a:t>xǐ</a:t>
            </a:r>
            <a:r>
              <a:rPr lang="en-US" sz="1600" dirty="0">
                <a:latin typeface="STKaiti"/>
              </a:rPr>
              <a:t> </a:t>
            </a:r>
            <a:r>
              <a:rPr lang="en-US" sz="1600" dirty="0" err="1">
                <a:latin typeface="STKaiti"/>
              </a:rPr>
              <a:t>huan</a:t>
            </a:r>
            <a:r>
              <a:rPr lang="en-US" sz="1600" dirty="0">
                <a:latin typeface="STKaiti"/>
              </a:rPr>
              <a:t> </a:t>
            </a:r>
            <a:r>
              <a:rPr lang="en-US" sz="1600" dirty="0" err="1">
                <a:latin typeface="STKaiti"/>
              </a:rPr>
              <a:t>zhè</a:t>
            </a:r>
            <a:r>
              <a:rPr lang="en-US" sz="1600" dirty="0">
                <a:latin typeface="STKaiti"/>
              </a:rPr>
              <a:t> </a:t>
            </a:r>
            <a:r>
              <a:rPr lang="en-US" sz="1600" dirty="0" err="1">
                <a:latin typeface="STKaiti"/>
              </a:rPr>
              <a:t>ge</a:t>
            </a:r>
            <a:r>
              <a:rPr lang="en-US" sz="1600" dirty="0">
                <a:latin typeface="STKaiti"/>
              </a:rPr>
              <a:t> </a:t>
            </a:r>
            <a:r>
              <a:rPr lang="en-US" sz="1600" dirty="0" err="1">
                <a:latin typeface="STKaiti"/>
              </a:rPr>
              <a:t>pào</a:t>
            </a:r>
            <a:r>
              <a:rPr lang="en-US" sz="1600" dirty="0">
                <a:latin typeface="STKaiti"/>
              </a:rPr>
              <a:t> pao</a:t>
            </a:r>
            <a:endParaRPr lang="en-US" sz="1600" b="0" dirty="0">
              <a:latin typeface="STKaiti"/>
            </a:endParaRPr>
          </a:p>
          <a:p>
            <a:r>
              <a:rPr lang="zh-CN" altLang="en-US" sz="1600" dirty="0">
                <a:latin typeface="STKaiti"/>
              </a:rPr>
              <a:t>皮皮笑了。“我好喜欢这个泡泡！”</a:t>
            </a:r>
            <a:endParaRPr lang="en-US" altLang="zh-CN" sz="1600" dirty="0">
              <a:latin typeface="STKaiti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6EAC922-9BFA-5D5E-A1D3-A745DE4120B3}"/>
              </a:ext>
            </a:extLst>
          </p:cNvPr>
          <p:cNvSpPr txBox="1"/>
          <p:nvPr/>
        </p:nvSpPr>
        <p:spPr>
          <a:xfrm>
            <a:off x="371474" y="7949304"/>
            <a:ext cx="5897880" cy="1495794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>
            <a:defPPr>
              <a:defRPr lang="en-US"/>
            </a:defPPr>
            <a:lvl1pPr>
              <a:defRPr>
                <a:latin typeface="Charm" pitchFamily="2" charset="-34"/>
                <a:cs typeface="Charm" pitchFamily="2" charset="-34"/>
              </a:defRPr>
            </a:lvl1pPr>
          </a:lstStyle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600" b="0" dirty="0">
                <a:latin typeface="Charm"/>
              </a:rPr>
              <a:t>The bubble wobbled.</a:t>
            </a:r>
            <a:r>
              <a:rPr lang="en-US" sz="1600" b="0" dirty="0">
                <a:latin typeface="Charm"/>
              </a:rPr>
              <a:t> </a:t>
            </a:r>
            <a:r>
              <a:rPr sz="1600" b="0" dirty="0">
                <a:latin typeface="Charm"/>
              </a:rPr>
              <a:t>Rainbow light flowed across it.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600" b="0" dirty="0">
                <a:latin typeface="Charm"/>
              </a:rPr>
              <a:t>“Wow...” Peter whispered.</a:t>
            </a:r>
            <a:r>
              <a:rPr lang="en-US" sz="1600" dirty="0">
                <a:latin typeface="Charm"/>
              </a:rPr>
              <a:t> He smiled. “I love this bubble!”</a:t>
            </a:r>
          </a:p>
          <a:p>
            <a:r>
              <a:rPr lang="en-US" sz="1600" dirty="0">
                <a:latin typeface="Charm"/>
              </a:rPr>
              <a:t>Fish smiled. “This is the Water Bubble. It lets us travel underwater.”</a:t>
            </a:r>
          </a:p>
          <a:p>
            <a:r>
              <a:rPr lang="en-US" sz="1600" dirty="0">
                <a:latin typeface="Charm"/>
              </a:rPr>
              <a:t>Fish gave the bubble a tap.</a:t>
            </a:r>
          </a:p>
          <a:p>
            <a:r>
              <a:rPr lang="en-US" sz="1600" dirty="0">
                <a:latin typeface="Charm"/>
              </a:rPr>
              <a:t>It floated, then slipped into the lake.</a:t>
            </a:r>
          </a:p>
          <a:p>
            <a:r>
              <a:rPr lang="en-US" sz="1600" dirty="0">
                <a:latin typeface="Charm"/>
              </a:rPr>
              <a:t>They were off to the deep water...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7E56BA1C-9EE7-6705-A975-68474804DF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D18141-EABD-1941-A9BC-32C3BC21E60E}" type="slidenum">
              <a:rPr lang="en-US" smtClean="0"/>
              <a:t>11</a:t>
            </a:fld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66E7028-8F44-2EF5-5C24-39F848AF0C65}"/>
              </a:ext>
            </a:extLst>
          </p:cNvPr>
          <p:cNvSpPr txBox="1"/>
          <p:nvPr/>
        </p:nvSpPr>
        <p:spPr>
          <a:xfrm>
            <a:off x="777240" y="2446285"/>
            <a:ext cx="5897880" cy="4696670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>
            <a:defPPr>
              <a:defRPr lang="en-US"/>
            </a:defPPr>
            <a:lvl1pPr>
              <a:defRPr sz="2000">
                <a:latin typeface="STKaiti" panose="02010600040101010101" pitchFamily="2" charset="-122"/>
                <a:ea typeface="STKaiti" panose="02010600040101010101" pitchFamily="2" charset="-122"/>
              </a:defRPr>
            </a:lvl1pPr>
          </a:lstStyle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lang="en-US" sz="1600" b="0" dirty="0" err="1">
                <a:latin typeface="STKaiti"/>
              </a:rPr>
              <a:t>xiǎo</a:t>
            </a:r>
            <a:r>
              <a:rPr lang="en-US" sz="1600" b="0" dirty="0">
                <a:latin typeface="STKaiti"/>
              </a:rPr>
              <a:t> </a:t>
            </a:r>
            <a:r>
              <a:rPr lang="en-US" sz="1600" b="0" dirty="0" err="1">
                <a:latin typeface="STKaiti"/>
              </a:rPr>
              <a:t>yú</a:t>
            </a:r>
            <a:r>
              <a:rPr lang="en-US" sz="1600" b="0" dirty="0">
                <a:latin typeface="STKaiti"/>
              </a:rPr>
              <a:t> </a:t>
            </a:r>
            <a:r>
              <a:rPr lang="en-US" sz="1600" b="0" dirty="0" err="1">
                <a:latin typeface="STKaiti"/>
              </a:rPr>
              <a:t>xiào</a:t>
            </a:r>
            <a:r>
              <a:rPr lang="en-US" sz="1600" b="0" dirty="0">
                <a:latin typeface="STKaiti"/>
              </a:rPr>
              <a:t> </a:t>
            </a:r>
            <a:r>
              <a:rPr lang="en-US" sz="1600" b="0" dirty="0" err="1">
                <a:latin typeface="STKaiti"/>
              </a:rPr>
              <a:t>zhe</a:t>
            </a:r>
            <a:r>
              <a:rPr lang="en-US" sz="1600" b="0" dirty="0">
                <a:latin typeface="STKaiti"/>
              </a:rPr>
              <a:t> </a:t>
            </a:r>
            <a:r>
              <a:rPr lang="en-US" sz="1600" b="0" dirty="0" err="1">
                <a:latin typeface="STKaiti"/>
              </a:rPr>
              <a:t>shuō</a:t>
            </a:r>
            <a:r>
              <a:rPr lang="en-US" sz="1600" b="0" dirty="0">
                <a:latin typeface="STKaiti"/>
              </a:rPr>
              <a:t> </a:t>
            </a:r>
            <a:r>
              <a:rPr lang="en-US" sz="1600" b="0" dirty="0" err="1">
                <a:latin typeface="STKaiti"/>
              </a:rPr>
              <a:t>zhè</a:t>
            </a:r>
            <a:r>
              <a:rPr lang="en-US" sz="1600" b="0" dirty="0">
                <a:latin typeface="STKaiti"/>
              </a:rPr>
              <a:t> </a:t>
            </a:r>
            <a:r>
              <a:rPr lang="en-US" sz="1600" b="0" dirty="0" err="1">
                <a:latin typeface="STKaiti"/>
              </a:rPr>
              <a:t>shì</a:t>
            </a:r>
            <a:r>
              <a:rPr lang="en-US" sz="1600" b="0" dirty="0">
                <a:latin typeface="STKaiti"/>
              </a:rPr>
              <a:t> </a:t>
            </a:r>
            <a:r>
              <a:rPr lang="en-US" sz="1600" b="0" dirty="0" err="1">
                <a:latin typeface="STKaiti"/>
              </a:rPr>
              <a:t>bì</a:t>
            </a:r>
            <a:r>
              <a:rPr lang="en-US" sz="1600" b="0" dirty="0">
                <a:latin typeface="STKaiti"/>
              </a:rPr>
              <a:t> </a:t>
            </a:r>
            <a:r>
              <a:rPr lang="en-US" sz="1600" b="0" dirty="0" err="1">
                <a:latin typeface="STKaiti"/>
              </a:rPr>
              <a:t>shuǐ</a:t>
            </a:r>
            <a:r>
              <a:rPr lang="en-US" sz="1600" b="0" dirty="0">
                <a:latin typeface="STKaiti"/>
              </a:rPr>
              <a:t> </a:t>
            </a:r>
            <a:r>
              <a:rPr lang="en-US" sz="1600" b="0" dirty="0" err="1">
                <a:latin typeface="STKaiti"/>
              </a:rPr>
              <a:t>pào</a:t>
            </a:r>
            <a:r>
              <a:rPr lang="en-US" sz="1600" b="0" dirty="0">
                <a:latin typeface="STKaiti"/>
              </a:rPr>
              <a:t> pao</a:t>
            </a:r>
          </a:p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lang="zh-CN" altLang="en-US" sz="1600" b="0" dirty="0">
                <a:latin typeface="STKaiti"/>
              </a:rPr>
              <a:t>小鱼笑着说：“这是避水泡泡。”</a:t>
            </a:r>
          </a:p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lang="en-US" sz="1600" b="0" dirty="0" err="1">
                <a:latin typeface="STKaiti"/>
              </a:rPr>
              <a:t>tā</a:t>
            </a:r>
            <a:r>
              <a:rPr lang="en-US" sz="1600" b="0" dirty="0">
                <a:latin typeface="STKaiti"/>
              </a:rPr>
              <a:t> </a:t>
            </a:r>
            <a:r>
              <a:rPr lang="en-US" sz="1600" b="0" dirty="0" err="1">
                <a:latin typeface="STKaiti"/>
              </a:rPr>
              <a:t>néng</a:t>
            </a:r>
            <a:r>
              <a:rPr lang="en-US" sz="1600" b="0" dirty="0">
                <a:latin typeface="STKaiti"/>
              </a:rPr>
              <a:t> </a:t>
            </a:r>
            <a:r>
              <a:rPr lang="en-US" sz="1600" b="0" dirty="0" err="1">
                <a:latin typeface="STKaiti"/>
              </a:rPr>
              <a:t>dài</a:t>
            </a:r>
            <a:r>
              <a:rPr lang="en-US" sz="1600" b="0" dirty="0">
                <a:latin typeface="STKaiti"/>
              </a:rPr>
              <a:t> </a:t>
            </a:r>
            <a:r>
              <a:rPr lang="en-US" sz="1600" b="0" dirty="0" err="1">
                <a:latin typeface="STKaiti"/>
              </a:rPr>
              <a:t>zhe</a:t>
            </a:r>
            <a:r>
              <a:rPr lang="en-US" sz="1600" b="0" dirty="0">
                <a:latin typeface="STKaiti"/>
              </a:rPr>
              <a:t> </a:t>
            </a:r>
            <a:r>
              <a:rPr lang="en-US" sz="1600" b="0" dirty="0" err="1">
                <a:latin typeface="STKaiti"/>
              </a:rPr>
              <a:t>wǒ</a:t>
            </a:r>
            <a:r>
              <a:rPr lang="en-US" sz="1600" b="0" dirty="0">
                <a:latin typeface="STKaiti"/>
              </a:rPr>
              <a:t> men </a:t>
            </a:r>
            <a:r>
              <a:rPr lang="en-US" sz="1600" b="0" dirty="0" err="1">
                <a:latin typeface="STKaiti"/>
              </a:rPr>
              <a:t>zài</a:t>
            </a:r>
            <a:r>
              <a:rPr lang="en-US" sz="1600" b="0" dirty="0">
                <a:latin typeface="STKaiti"/>
              </a:rPr>
              <a:t> </a:t>
            </a:r>
            <a:r>
              <a:rPr lang="en-US" sz="1600" b="0" dirty="0" err="1">
                <a:latin typeface="STKaiti"/>
              </a:rPr>
              <a:t>shuǐ</a:t>
            </a:r>
            <a:r>
              <a:rPr lang="en-US" sz="1600" b="0" dirty="0">
                <a:latin typeface="STKaiti"/>
              </a:rPr>
              <a:t> </a:t>
            </a:r>
            <a:r>
              <a:rPr lang="en-US" sz="1600" b="0" dirty="0" err="1">
                <a:latin typeface="STKaiti"/>
              </a:rPr>
              <a:t>lǐ</a:t>
            </a:r>
            <a:r>
              <a:rPr lang="en-US" sz="1600" b="0" dirty="0">
                <a:latin typeface="STKaiti"/>
              </a:rPr>
              <a:t> </a:t>
            </a:r>
            <a:r>
              <a:rPr lang="en-US" sz="1600" b="0" dirty="0" err="1">
                <a:latin typeface="STKaiti"/>
              </a:rPr>
              <a:t>lǚ</a:t>
            </a:r>
            <a:r>
              <a:rPr lang="en-US" sz="1600" b="0" dirty="0">
                <a:latin typeface="STKaiti"/>
              </a:rPr>
              <a:t> </a:t>
            </a:r>
            <a:r>
              <a:rPr lang="en-US" sz="1600" b="0" dirty="0" err="1">
                <a:latin typeface="STKaiti"/>
              </a:rPr>
              <a:t>xíng</a:t>
            </a:r>
            <a:endParaRPr lang="en-US" sz="1600" b="0" dirty="0">
              <a:latin typeface="STKaiti"/>
            </a:endParaRPr>
          </a:p>
          <a:p>
            <a:pPr algn="r"/>
            <a:r>
              <a:rPr lang="zh-CN" altLang="en-US" sz="1600" dirty="0">
                <a:latin typeface="STKaiti"/>
              </a:rPr>
              <a:t>“它能带着我们在水里旅行。”</a:t>
            </a:r>
            <a:endParaRPr lang="en-US" sz="1600" dirty="0">
              <a:latin typeface="STKaiti"/>
            </a:endParaRPr>
          </a:p>
          <a:p>
            <a:pPr algn="r"/>
            <a:r>
              <a:rPr lang="en-US" sz="1600" b="0" dirty="0" err="1">
                <a:latin typeface="STKaiti"/>
              </a:rPr>
              <a:t>xiǎo</a:t>
            </a:r>
            <a:r>
              <a:rPr lang="en-US" sz="1600" b="0" dirty="0">
                <a:latin typeface="STKaiti"/>
              </a:rPr>
              <a:t> </a:t>
            </a:r>
            <a:r>
              <a:rPr lang="en-US" sz="1600" b="0" dirty="0" err="1">
                <a:latin typeface="STKaiti"/>
              </a:rPr>
              <a:t>yú</a:t>
            </a:r>
            <a:r>
              <a:rPr lang="en-US" sz="1600" b="0" dirty="0">
                <a:latin typeface="STKaiti"/>
              </a:rPr>
              <a:t> </a:t>
            </a:r>
            <a:r>
              <a:rPr lang="en-US" sz="1600" b="0" dirty="0" err="1">
                <a:latin typeface="STKaiti"/>
              </a:rPr>
              <a:t>qīng</a:t>
            </a:r>
            <a:r>
              <a:rPr lang="en-US" sz="1600" b="0" dirty="0">
                <a:latin typeface="STKaiti"/>
              </a:rPr>
              <a:t> </a:t>
            </a:r>
            <a:r>
              <a:rPr lang="en-US" sz="1600" b="0" dirty="0" err="1">
                <a:latin typeface="STKaiti"/>
              </a:rPr>
              <a:t>qīng</a:t>
            </a:r>
            <a:r>
              <a:rPr lang="en-US" sz="1600" b="0" dirty="0">
                <a:latin typeface="STKaiti"/>
              </a:rPr>
              <a:t> </a:t>
            </a:r>
            <a:r>
              <a:rPr lang="en-US" sz="1600" b="0" dirty="0" err="1">
                <a:latin typeface="STKaiti"/>
              </a:rPr>
              <a:t>yì</a:t>
            </a:r>
            <a:r>
              <a:rPr lang="en-US" sz="1600" b="0" dirty="0">
                <a:latin typeface="STKaiti"/>
              </a:rPr>
              <a:t> </a:t>
            </a:r>
            <a:r>
              <a:rPr lang="en-US" sz="1600" b="0" dirty="0" err="1">
                <a:latin typeface="STKaiti"/>
              </a:rPr>
              <a:t>diǎn</a:t>
            </a:r>
            <a:br>
              <a:rPr lang="en-US" sz="1600" b="0" dirty="0">
                <a:latin typeface="STKaiti"/>
              </a:rPr>
            </a:br>
            <a:r>
              <a:rPr lang="zh-CN" altLang="en-US" sz="1600" dirty="0">
                <a:latin typeface="STKaiti"/>
              </a:rPr>
              <a:t>小鱼轻轻一点。</a:t>
            </a:r>
          </a:p>
          <a:p>
            <a:pPr algn="r">
              <a:lnSpc>
                <a:spcPct val="100000"/>
              </a:lnSpc>
              <a:spcAft>
                <a:spcPts val="0"/>
              </a:spcAft>
            </a:pPr>
            <a:endParaRPr lang="en-US" sz="1600" b="0" dirty="0">
              <a:latin typeface="STKaiti"/>
            </a:endParaRPr>
          </a:p>
          <a:p>
            <a:pPr algn="r">
              <a:lnSpc>
                <a:spcPct val="100000"/>
              </a:lnSpc>
              <a:spcAft>
                <a:spcPts val="0"/>
              </a:spcAft>
            </a:pPr>
            <a:endParaRPr lang="en-US" sz="1600" dirty="0">
              <a:latin typeface="STKaiti"/>
            </a:endParaRPr>
          </a:p>
          <a:p>
            <a:pPr algn="r">
              <a:lnSpc>
                <a:spcPct val="100000"/>
              </a:lnSpc>
              <a:spcAft>
                <a:spcPts val="0"/>
              </a:spcAft>
            </a:pPr>
            <a:endParaRPr lang="en-US" sz="1600" b="0" dirty="0">
              <a:latin typeface="STKaiti"/>
            </a:endParaRPr>
          </a:p>
          <a:p>
            <a:pPr algn="r">
              <a:lnSpc>
                <a:spcPct val="100000"/>
              </a:lnSpc>
              <a:spcAft>
                <a:spcPts val="0"/>
              </a:spcAft>
            </a:pPr>
            <a:endParaRPr lang="en-US" sz="1600" dirty="0">
              <a:latin typeface="STKaiti"/>
            </a:endParaRPr>
          </a:p>
          <a:p>
            <a:pPr algn="r">
              <a:lnSpc>
                <a:spcPct val="100000"/>
              </a:lnSpc>
              <a:spcAft>
                <a:spcPts val="0"/>
              </a:spcAft>
            </a:pPr>
            <a:endParaRPr lang="en-US" sz="1600" b="0" dirty="0">
              <a:latin typeface="STKaiti"/>
            </a:endParaRPr>
          </a:p>
          <a:p>
            <a:pPr algn="r">
              <a:lnSpc>
                <a:spcPct val="100000"/>
              </a:lnSpc>
              <a:spcAft>
                <a:spcPts val="0"/>
              </a:spcAft>
            </a:pPr>
            <a:endParaRPr lang="en-US" sz="1600" dirty="0">
              <a:latin typeface="STKaiti"/>
            </a:endParaRPr>
          </a:p>
          <a:p>
            <a:pPr algn="r">
              <a:lnSpc>
                <a:spcPct val="100000"/>
              </a:lnSpc>
              <a:spcAft>
                <a:spcPts val="0"/>
              </a:spcAft>
            </a:pPr>
            <a:endParaRPr lang="en-US" sz="1600" b="0" dirty="0">
              <a:latin typeface="STKaiti"/>
            </a:endParaRPr>
          </a:p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lang="en-US" sz="1600" b="0" dirty="0" err="1">
                <a:latin typeface="STKaiti"/>
              </a:rPr>
              <a:t>dà</a:t>
            </a:r>
            <a:r>
              <a:rPr lang="en-US" sz="1600" b="0" dirty="0">
                <a:latin typeface="STKaiti"/>
              </a:rPr>
              <a:t> </a:t>
            </a:r>
            <a:r>
              <a:rPr lang="en-US" sz="1600" b="0" dirty="0" err="1">
                <a:latin typeface="STKaiti"/>
              </a:rPr>
              <a:t>pào</a:t>
            </a:r>
            <a:r>
              <a:rPr lang="en-US" sz="1600" b="0" dirty="0">
                <a:latin typeface="STKaiti"/>
              </a:rPr>
              <a:t> pao </a:t>
            </a:r>
            <a:r>
              <a:rPr lang="en-US" sz="1600" b="0" dirty="0" err="1">
                <a:latin typeface="STKaiti"/>
              </a:rPr>
              <a:t>màn</a:t>
            </a:r>
            <a:r>
              <a:rPr lang="en-US" sz="1600" b="0" dirty="0">
                <a:latin typeface="STKaiti"/>
              </a:rPr>
              <a:t> </a:t>
            </a:r>
            <a:r>
              <a:rPr lang="en-US" sz="1600" b="0" dirty="0" err="1">
                <a:latin typeface="STKaiti"/>
              </a:rPr>
              <a:t>màn</a:t>
            </a:r>
            <a:r>
              <a:rPr lang="en-US" sz="1600" b="0" dirty="0">
                <a:latin typeface="STKaiti"/>
              </a:rPr>
              <a:t> </a:t>
            </a:r>
            <a:r>
              <a:rPr lang="en-US" sz="1600" b="0" dirty="0" err="1">
                <a:latin typeface="STKaiti"/>
              </a:rPr>
              <a:t>piāo</a:t>
            </a:r>
            <a:r>
              <a:rPr lang="en-US" sz="1600" b="0" dirty="0">
                <a:latin typeface="STKaiti"/>
              </a:rPr>
              <a:t> </a:t>
            </a:r>
            <a:r>
              <a:rPr lang="en-US" sz="1600" b="0" dirty="0" err="1">
                <a:latin typeface="STKaiti"/>
              </a:rPr>
              <a:t>qǐ</a:t>
            </a:r>
            <a:endParaRPr lang="en-US" sz="1600" b="0" dirty="0">
              <a:latin typeface="STKaiti"/>
            </a:endParaRPr>
          </a:p>
          <a:p>
            <a:pPr algn="r"/>
            <a:r>
              <a:rPr lang="zh-CN" altLang="en-US" sz="1600" dirty="0">
                <a:latin typeface="STKaiti"/>
              </a:rPr>
              <a:t>大泡泡慢慢飘起，</a:t>
            </a:r>
            <a:endParaRPr lang="en-US" altLang="zh-CN" sz="1600" dirty="0">
              <a:latin typeface="STKaiti"/>
            </a:endParaRPr>
          </a:p>
          <a:p>
            <a:pPr algn="r"/>
            <a:r>
              <a:rPr lang="en-US" sz="1600" dirty="0" err="1">
                <a:latin typeface="STKaiti"/>
              </a:rPr>
              <a:t>yòu</a:t>
            </a:r>
            <a:r>
              <a:rPr lang="en-US" sz="1600" dirty="0">
                <a:latin typeface="STKaiti"/>
              </a:rPr>
              <a:t> </a:t>
            </a:r>
            <a:r>
              <a:rPr lang="en-US" sz="1600" dirty="0" err="1">
                <a:latin typeface="STKaiti"/>
              </a:rPr>
              <a:t>qīng</a:t>
            </a:r>
            <a:r>
              <a:rPr lang="en-US" sz="1600" dirty="0">
                <a:latin typeface="STKaiti"/>
              </a:rPr>
              <a:t> </a:t>
            </a:r>
            <a:r>
              <a:rPr lang="en-US" sz="1600" dirty="0" err="1">
                <a:latin typeface="STKaiti"/>
              </a:rPr>
              <a:t>qīng</a:t>
            </a:r>
            <a:r>
              <a:rPr lang="en-US" sz="1600" dirty="0">
                <a:latin typeface="STKaiti"/>
              </a:rPr>
              <a:t> </a:t>
            </a:r>
            <a:r>
              <a:rPr lang="en-US" sz="1600" dirty="0" err="1">
                <a:latin typeface="STKaiti"/>
              </a:rPr>
              <a:t>luò</a:t>
            </a:r>
            <a:r>
              <a:rPr lang="en-US" sz="1600" dirty="0">
                <a:latin typeface="STKaiti"/>
              </a:rPr>
              <a:t> </a:t>
            </a:r>
            <a:r>
              <a:rPr lang="en-US" sz="1600" dirty="0" err="1">
                <a:latin typeface="STKaiti"/>
              </a:rPr>
              <a:t>jìn</a:t>
            </a:r>
            <a:r>
              <a:rPr lang="en-US" sz="1600" dirty="0">
                <a:latin typeface="STKaiti"/>
              </a:rPr>
              <a:t> </a:t>
            </a:r>
            <a:r>
              <a:rPr lang="en-US" sz="1600" dirty="0" err="1">
                <a:latin typeface="STKaiti"/>
              </a:rPr>
              <a:t>hú</a:t>
            </a:r>
            <a:r>
              <a:rPr lang="en-US" sz="1600" dirty="0">
                <a:latin typeface="STKaiti"/>
              </a:rPr>
              <a:t> </a:t>
            </a:r>
            <a:r>
              <a:rPr lang="en-US" sz="1600" dirty="0" err="1">
                <a:latin typeface="STKaiti"/>
              </a:rPr>
              <a:t>lǐ</a:t>
            </a:r>
            <a:endParaRPr lang="en-US" sz="1600" dirty="0">
              <a:latin typeface="STKaiti"/>
            </a:endParaRPr>
          </a:p>
          <a:p>
            <a:pPr algn="r"/>
            <a:r>
              <a:rPr lang="zh-CN" altLang="en-US" sz="1600" dirty="0">
                <a:latin typeface="STKaiti"/>
              </a:rPr>
              <a:t>又轻轻落进湖里。</a:t>
            </a:r>
          </a:p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lang="en-US" sz="1600" b="0" dirty="0" err="1">
                <a:latin typeface="STKaiti"/>
              </a:rPr>
              <a:t>tā</a:t>
            </a:r>
            <a:r>
              <a:rPr lang="en-US" sz="1600" b="0" dirty="0">
                <a:latin typeface="STKaiti"/>
              </a:rPr>
              <a:t> men </a:t>
            </a:r>
            <a:r>
              <a:rPr lang="en-US" sz="1600" b="0" dirty="0" err="1">
                <a:latin typeface="STKaiti"/>
              </a:rPr>
              <a:t>xiàng</a:t>
            </a:r>
            <a:r>
              <a:rPr lang="en-US" sz="1600" b="0" dirty="0">
                <a:latin typeface="STKaiti"/>
              </a:rPr>
              <a:t> </a:t>
            </a:r>
            <a:r>
              <a:rPr lang="en-US" sz="1600" b="0" dirty="0" err="1">
                <a:latin typeface="STKaiti"/>
              </a:rPr>
              <a:t>zhe</a:t>
            </a:r>
            <a:r>
              <a:rPr lang="en-US" sz="1600" b="0" dirty="0">
                <a:latin typeface="STKaiti"/>
              </a:rPr>
              <a:t> </a:t>
            </a:r>
            <a:r>
              <a:rPr lang="en-US" sz="1600" b="0" dirty="0" err="1">
                <a:latin typeface="STKaiti"/>
              </a:rPr>
              <a:t>hú</a:t>
            </a:r>
            <a:r>
              <a:rPr lang="en-US" sz="1600" b="0" dirty="0">
                <a:latin typeface="STKaiti"/>
              </a:rPr>
              <a:t> </a:t>
            </a:r>
            <a:r>
              <a:rPr lang="en-US" sz="1600" b="0" dirty="0" err="1">
                <a:latin typeface="STKaiti"/>
              </a:rPr>
              <a:t>dǐ</a:t>
            </a:r>
            <a:r>
              <a:rPr lang="en-US" sz="1600" b="0" dirty="0">
                <a:latin typeface="STKaiti"/>
              </a:rPr>
              <a:t> </a:t>
            </a:r>
            <a:r>
              <a:rPr lang="en-US" sz="1600" b="0" dirty="0" err="1">
                <a:latin typeface="STKaiti"/>
              </a:rPr>
              <a:t>shēn</a:t>
            </a:r>
            <a:r>
              <a:rPr lang="en-US" sz="1600" b="0" dirty="0">
                <a:latin typeface="STKaiti"/>
              </a:rPr>
              <a:t> </a:t>
            </a:r>
            <a:r>
              <a:rPr lang="en-US" sz="1600" b="0" dirty="0" err="1">
                <a:latin typeface="STKaiti"/>
              </a:rPr>
              <a:t>chù</a:t>
            </a:r>
            <a:r>
              <a:rPr lang="en-US" sz="1600" b="0" dirty="0">
                <a:latin typeface="STKaiti"/>
              </a:rPr>
              <a:t> </a:t>
            </a:r>
            <a:r>
              <a:rPr lang="en-US" sz="1600" b="0" dirty="0" err="1">
                <a:latin typeface="STKaiti"/>
              </a:rPr>
              <a:t>chū</a:t>
            </a:r>
            <a:r>
              <a:rPr lang="en-US" sz="1600" b="0" dirty="0">
                <a:latin typeface="STKaiti"/>
              </a:rPr>
              <a:t> </a:t>
            </a:r>
            <a:r>
              <a:rPr lang="en-US" sz="1600" b="0" dirty="0" err="1">
                <a:latin typeface="STKaiti"/>
              </a:rPr>
              <a:t>fā</a:t>
            </a:r>
            <a:r>
              <a:rPr lang="en-US" sz="1600" b="0" dirty="0">
                <a:latin typeface="STKaiti"/>
              </a:rPr>
              <a:t> le</a:t>
            </a:r>
          </a:p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lang="zh-CN" altLang="en-US" sz="1600" b="0" dirty="0">
                <a:latin typeface="STKaiti"/>
              </a:rPr>
              <a:t>他们向着湖底深处出发了</a:t>
            </a:r>
            <a:r>
              <a:rPr lang="en-US" altLang="zh-CN" sz="1600" b="0" dirty="0">
                <a:latin typeface="STKaiti"/>
              </a:rPr>
              <a:t>……</a:t>
            </a:r>
          </a:p>
        </p:txBody>
      </p:sp>
    </p:spTree>
    <p:extLst>
      <p:ext uri="{BB962C8B-B14F-4D97-AF65-F5344CB8AC3E}">
        <p14:creationId xmlns:p14="http://schemas.microsoft.com/office/powerpoint/2010/main" val="39109907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7201</TotalTime>
  <Words>1687</Words>
  <Application>Microsoft Macintosh PowerPoint</Application>
  <PresentationFormat>A4 Paper (210x297 mm)</PresentationFormat>
  <Paragraphs>287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7" baseType="lpstr">
      <vt:lpstr>STKaiti</vt:lpstr>
      <vt:lpstr>Aptos</vt:lpstr>
      <vt:lpstr>Aptos Display</vt:lpstr>
      <vt:lpstr>Arial</vt:lpstr>
      <vt:lpstr>Charm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Yanhai XIONG</dc:creator>
  <cp:lastModifiedBy>Yanhai XIONG</cp:lastModifiedBy>
  <cp:revision>35</cp:revision>
  <cp:lastPrinted>2026-07-21T17:42:35Z</cp:lastPrinted>
  <dcterms:created xsi:type="dcterms:W3CDTF">2026-06-12T15:09:22Z</dcterms:created>
  <dcterms:modified xsi:type="dcterms:W3CDTF">2026-07-21T17:45:44Z</dcterms:modified>
</cp:coreProperties>
</file>