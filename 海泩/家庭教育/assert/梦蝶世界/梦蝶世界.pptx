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01" id="{E15D5170-F656-6444-8415-E786FCC7354A}">
          <p14:sldIdLst>
            <p14:sldId id="256"/>
            <p14:sldId id="257"/>
            <p14:sldId id="258"/>
            <p14:sldId id="259"/>
            <p14:sldId id="261"/>
          </p14:sldIdLst>
        </p14:section>
        <p14:section name="002" id="{BCC6443D-D4AB-D244-932F-DEBB5FDC9FFC}">
          <p14:sldIdLst>
            <p14:sldId id="262"/>
            <p14:sldId id="263"/>
            <p14:sldId id="264"/>
            <p14:sldId id="265"/>
            <p14:sldId id="266"/>
          </p14:sldIdLst>
        </p14:section>
        <p14:section name="003" id="{B3028E65-5B33-0542-8846-85ED323B013A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57"/>
    <p:restoredTop sz="94759"/>
  </p:normalViewPr>
  <p:slideViewPr>
    <p:cSldViewPr snapToGrid="0">
      <p:cViewPr>
        <p:scale>
          <a:sx n="93" d="100"/>
          <a:sy n="93" d="100"/>
        </p:scale>
        <p:origin x="24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86A2A-BE62-AB43-94EF-F51AF743023C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E14A6-3136-A54B-9680-DFBFEBB4D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09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F790-8D1A-C54F-838C-C31BCA2FF5C0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4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3A54-E7E3-4E45-8045-AF55A11D69BB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1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33D12-D64C-C84A-9583-5185480918C3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888A3-38BA-3B45-80B5-CF9F4DA30471}" type="datetime1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3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A09D-CF97-1B44-9BB1-67F4CE342C2C}" type="datetime1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3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89932-69E2-5344-B9CE-47A9E39AEE61}" type="datetime1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0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3EB6D-F02D-F947-8A54-BDDB0E884C9C}" type="datetime1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8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4D8FE-8F35-4549-BB13-1DC9A64B2122}" type="datetime1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346B-91B6-2A49-8642-544842030CA1}" type="datetime1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6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628D5-D74B-5F4F-AE98-F8A93963345D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6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08E7C-6654-7F4A-AF90-E5881BAD9A8B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1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16D28-372E-CF43-BDB1-0577C0D21EDE}" type="datetime1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832ED-A86D-FA65-B11A-17D4CDBBD701}"/>
              </a:ext>
            </a:extLst>
          </p:cNvPr>
          <p:cNvSpPr txBox="1"/>
          <p:nvPr userDrawn="1"/>
        </p:nvSpPr>
        <p:spPr>
          <a:xfrm>
            <a:off x="471487" y="9545380"/>
            <a:ext cx="6444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自制双语阅读材料，仅供家庭学习使用。请勿商用。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4E317A-C3A1-6D75-AB80-A67B54BF3CD3}"/>
              </a:ext>
            </a:extLst>
          </p:cNvPr>
          <p:cNvSpPr txBox="1"/>
          <p:nvPr userDrawn="1"/>
        </p:nvSpPr>
        <p:spPr>
          <a:xfrm>
            <a:off x="5939916" y="114399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@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海泩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962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65BFA9-2607-BC0B-12F1-EA1083DEC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89" y="6138609"/>
            <a:ext cx="4866316" cy="26033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DD0CB86-C3DF-5569-1D53-2151145F2AF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9382" y="958507"/>
            <a:ext cx="4588897" cy="35161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E3867F-2309-694A-0A22-7FD09CE6A714}"/>
              </a:ext>
            </a:extLst>
          </p:cNvPr>
          <p:cNvSpPr txBox="1"/>
          <p:nvPr/>
        </p:nvSpPr>
        <p:spPr>
          <a:xfrm>
            <a:off x="317808" y="272851"/>
            <a:ext cx="342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STKaiti" panose="02010600040101010101" pitchFamily="2" charset="-122"/>
                <a:ea typeface="STKaiti" panose="02010600040101010101" pitchFamily="2" charset="-122"/>
              </a:rPr>
              <a:t>梦蝶世界</a:t>
            </a:r>
            <a:r>
              <a:rPr lang="en-US" altLang="zh-CN" sz="3600" b="1" dirty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STKaiti" panose="02010600040101010101" pitchFamily="2" charset="-122"/>
                <a:ea typeface="STKaiti" panose="02010600040101010101" pitchFamily="2" charset="-122"/>
              </a:rPr>
              <a:t>(1)</a:t>
            </a:r>
            <a:endParaRPr lang="en-US" sz="3600" b="1" dirty="0">
              <a:ln w="12700" cmpd="sng">
                <a:solidFill>
                  <a:schemeClr val="bg1"/>
                </a:solidFill>
                <a:prstDash val="solid"/>
              </a:ln>
              <a:solidFill>
                <a:schemeClr val="tx2">
                  <a:lumMod val="75000"/>
                  <a:lumOff val="25000"/>
                </a:schemeClr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AC234C-C4CE-CD16-DAF0-45C5E083BFA6}"/>
              </a:ext>
            </a:extLst>
          </p:cNvPr>
          <p:cNvSpPr txBox="1"/>
          <p:nvPr/>
        </p:nvSpPr>
        <p:spPr>
          <a:xfrm>
            <a:off x="2458039" y="2198908"/>
            <a:ext cx="49983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有一天，皮皮和爸爸在</a:t>
            </a:r>
            <a:r>
              <a:rPr lang="zh-CN" altLang="en-US" sz="2000" b="1" dirty="0">
                <a:latin typeface="STKaiti" panose="02010600040101010101" pitchFamily="2" charset="-122"/>
                <a:ea typeface="STKaiti" panose="02010600040101010101" pitchFamily="2" charset="-122"/>
              </a:rPr>
              <a:t>树荫</a:t>
            </a:r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下</a:t>
            </a:r>
            <a:r>
              <a:rPr lang="zh-CN" altLang="en-US" sz="2000" b="1" dirty="0">
                <a:latin typeface="STKaiti" panose="02010600040101010101" pitchFamily="2" charset="-122"/>
                <a:ea typeface="STKaiti" panose="02010600040101010101" pitchFamily="2" charset="-122"/>
              </a:rPr>
              <a:t>赛跑</a:t>
            </a:r>
            <a:endParaRPr lang="en-US" sz="2000" b="1" dirty="0"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C2E02A-8F71-BAEB-B8B4-0F33EFB1A6AE}"/>
              </a:ext>
            </a:extLst>
          </p:cNvPr>
          <p:cNvSpPr txBox="1"/>
          <p:nvPr/>
        </p:nvSpPr>
        <p:spPr>
          <a:xfrm>
            <a:off x="2598663" y="1924503"/>
            <a:ext cx="456236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Yǒu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yì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tiān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Pípí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hé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bàba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zài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shù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yīn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xià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sài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pǎo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D60E0C-E0F2-27B2-577A-D6364D34F296}"/>
              </a:ext>
            </a:extLst>
          </p:cNvPr>
          <p:cNvSpPr txBox="1"/>
          <p:nvPr/>
        </p:nvSpPr>
        <p:spPr>
          <a:xfrm>
            <a:off x="3458245" y="3312200"/>
            <a:ext cx="2997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harm" pitchFamily="2" charset="-34"/>
                <a:cs typeface="Charm" pitchFamily="2" charset="-34"/>
              </a:rPr>
              <a:t>One day, Peter raced with Dad under a shady tree.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234A49-57AA-38D0-0545-AAD1387B1536}"/>
              </a:ext>
            </a:extLst>
          </p:cNvPr>
          <p:cNvSpPr txBox="1"/>
          <p:nvPr/>
        </p:nvSpPr>
        <p:spPr>
          <a:xfrm>
            <a:off x="317808" y="5401648"/>
            <a:ext cx="59532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妈妈一声令下。</a:t>
            </a:r>
            <a:r>
              <a:rPr lang="en-US" altLang="zh-CN" dirty="0"/>
              <a:t>  </a:t>
            </a:r>
            <a:r>
              <a:rPr lang="zh-CN" altLang="en-US" dirty="0"/>
              <a:t>皮皮</a:t>
            </a:r>
            <a:r>
              <a:rPr lang="en-US" altLang="zh-CN" dirty="0"/>
              <a:t> </a:t>
            </a:r>
            <a:r>
              <a:rPr lang="zh-CN" altLang="en-US" dirty="0"/>
              <a:t>像</a:t>
            </a:r>
            <a:r>
              <a:rPr lang="en-US" altLang="zh-CN" dirty="0"/>
              <a:t>  </a:t>
            </a:r>
            <a:r>
              <a:rPr lang="zh-CN" altLang="en-US" dirty="0"/>
              <a:t>火箭</a:t>
            </a:r>
            <a:r>
              <a:rPr lang="en-US" altLang="zh-CN" dirty="0"/>
              <a:t>  </a:t>
            </a:r>
            <a:r>
              <a:rPr lang="zh-CN" altLang="en-US" dirty="0"/>
              <a:t>一样</a:t>
            </a:r>
            <a:r>
              <a:rPr lang="en-US" altLang="zh-CN" dirty="0"/>
              <a:t>   </a:t>
            </a:r>
            <a:r>
              <a:rPr lang="zh-CN" altLang="en-US" dirty="0"/>
              <a:t>冲了</a:t>
            </a:r>
            <a:r>
              <a:rPr lang="en-US" altLang="zh-CN" dirty="0"/>
              <a:t> </a:t>
            </a:r>
            <a:r>
              <a:rPr lang="zh-CN" altLang="en-US" dirty="0"/>
              <a:t>出去！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8A0D63-3A9C-EC21-C559-FC139AEA2068}"/>
              </a:ext>
            </a:extLst>
          </p:cNvPr>
          <p:cNvSpPr txBox="1"/>
          <p:nvPr/>
        </p:nvSpPr>
        <p:spPr>
          <a:xfrm>
            <a:off x="317808" y="5039158"/>
            <a:ext cx="595326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Māma</a:t>
            </a:r>
            <a:r>
              <a:rPr lang="en-US" dirty="0"/>
              <a:t> </a:t>
            </a:r>
            <a:r>
              <a:rPr lang="en-US" dirty="0" err="1"/>
              <a:t>yì</a:t>
            </a:r>
            <a:r>
              <a:rPr lang="en-US" dirty="0"/>
              <a:t> </a:t>
            </a:r>
            <a:r>
              <a:rPr lang="en-US" dirty="0" err="1"/>
              <a:t>shēng</a:t>
            </a:r>
            <a:r>
              <a:rPr lang="en-US" dirty="0"/>
              <a:t> </a:t>
            </a:r>
            <a:r>
              <a:rPr lang="en-US" dirty="0" err="1"/>
              <a:t>lìng</a:t>
            </a:r>
            <a:r>
              <a:rPr lang="en-US" dirty="0"/>
              <a:t> </a:t>
            </a:r>
            <a:r>
              <a:rPr lang="en-US" dirty="0" err="1"/>
              <a:t>xià</a:t>
            </a:r>
            <a:r>
              <a:rPr lang="en-US" dirty="0"/>
              <a:t> </a:t>
            </a:r>
            <a:r>
              <a:rPr lang="en-US" dirty="0" err="1"/>
              <a:t>Pípí</a:t>
            </a:r>
            <a:r>
              <a:rPr lang="en-US" dirty="0"/>
              <a:t> </a:t>
            </a:r>
            <a:r>
              <a:rPr lang="en-US" dirty="0" err="1"/>
              <a:t>xiàng</a:t>
            </a:r>
            <a:r>
              <a:rPr lang="en-US" dirty="0"/>
              <a:t> </a:t>
            </a:r>
            <a:r>
              <a:rPr lang="en-US" dirty="0" err="1"/>
              <a:t>huǒ</a:t>
            </a:r>
            <a:r>
              <a:rPr lang="en-US" dirty="0"/>
              <a:t> </a:t>
            </a:r>
            <a:r>
              <a:rPr lang="en-US" dirty="0" err="1"/>
              <a:t>jiàn</a:t>
            </a:r>
            <a:r>
              <a:rPr lang="en-US" dirty="0"/>
              <a:t> </a:t>
            </a:r>
            <a:r>
              <a:rPr lang="en-US" dirty="0" err="1"/>
              <a:t>yí</a:t>
            </a:r>
            <a:r>
              <a:rPr lang="en-US" dirty="0"/>
              <a:t> </a:t>
            </a:r>
            <a:r>
              <a:rPr lang="en-US" dirty="0" err="1"/>
              <a:t>yàng</a:t>
            </a:r>
            <a:r>
              <a:rPr lang="en-US" dirty="0"/>
              <a:t> </a:t>
            </a:r>
            <a:r>
              <a:rPr lang="en-US" dirty="0" err="1"/>
              <a:t>chōng</a:t>
            </a:r>
            <a:r>
              <a:rPr lang="en-US" dirty="0"/>
              <a:t> le </a:t>
            </a:r>
            <a:r>
              <a:rPr lang="en-US" dirty="0" err="1"/>
              <a:t>chū</a:t>
            </a:r>
            <a:r>
              <a:rPr lang="en-US" dirty="0"/>
              <a:t> </a:t>
            </a:r>
            <a:r>
              <a:rPr lang="en-US" dirty="0" err="1"/>
              <a:t>qù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D9BDEA-EF35-41A6-8C1F-DE294F01D0E6}"/>
              </a:ext>
            </a:extLst>
          </p:cNvPr>
          <p:cNvSpPr txBox="1"/>
          <p:nvPr/>
        </p:nvSpPr>
        <p:spPr>
          <a:xfrm>
            <a:off x="471487" y="8947493"/>
            <a:ext cx="5799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>
                <a:latin typeface="Charm" pitchFamily="2" charset="-34"/>
                <a:cs typeface="Charm" pitchFamily="2" charset="-34"/>
              </a:rPr>
              <a:t>“Ready, go!” Mom called.</a:t>
            </a:r>
            <a:r>
              <a:rPr lang="zh-CN" altLang="en-US" dirty="0">
                <a:latin typeface="Charm" pitchFamily="2" charset="-34"/>
                <a:cs typeface="Charm" pitchFamily="2" charset="-34"/>
              </a:rPr>
              <a:t>        </a:t>
            </a:r>
            <a:r>
              <a:rPr lang="en-US" dirty="0">
                <a:latin typeface="Charm" pitchFamily="2" charset="-34"/>
                <a:cs typeface="Charm" pitchFamily="2" charset="-34"/>
              </a:rPr>
              <a:t>Peter shot off like a rocket!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72DEEBD-CD86-AF94-8589-419645C2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29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610769-CFBD-E84A-E7A8-21DBF683A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33" y="4895923"/>
            <a:ext cx="6197600" cy="4064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03F4574-ED99-0505-2BF1-7A95C2251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15" y="1544499"/>
            <a:ext cx="3945089" cy="29443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726ED4-7599-7E41-D366-862C17CDB9B6}"/>
              </a:ext>
            </a:extLst>
          </p:cNvPr>
          <p:cNvSpPr txBox="1"/>
          <p:nvPr/>
        </p:nvSpPr>
        <p:spPr>
          <a:xfrm>
            <a:off x="1802080" y="1133042"/>
            <a:ext cx="4792684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皮皮跑啊，跑啊。</a:t>
            </a:r>
          </a:p>
          <a:p>
            <a:endParaRPr lang="zh-CN" altLang="en-US" dirty="0"/>
          </a:p>
          <a:p>
            <a:r>
              <a:rPr lang="zh-CN" altLang="en-US" dirty="0"/>
              <a:t>他没有发现，</a:t>
            </a:r>
            <a:r>
              <a:rPr lang="en-US" altLang="zh-CN" dirty="0"/>
              <a:t> </a:t>
            </a:r>
            <a:r>
              <a:rPr lang="zh-CN" altLang="en-US" dirty="0"/>
              <a:t>自己穿  过</a:t>
            </a:r>
            <a:r>
              <a:rPr lang="en-US" altLang="zh-CN" dirty="0"/>
              <a:t> </a:t>
            </a:r>
            <a:r>
              <a:rPr lang="zh-CN" altLang="en-US" dirty="0"/>
              <a:t>了一</a:t>
            </a:r>
            <a:r>
              <a:rPr lang="zh-CN" altLang="en-US" b="1" dirty="0"/>
              <a:t>道</a:t>
            </a:r>
            <a:r>
              <a:rPr lang="en-US" altLang="zh-CN" b="1" dirty="0"/>
              <a:t>  </a:t>
            </a:r>
            <a:r>
              <a:rPr lang="zh-CN" altLang="en-US" dirty="0"/>
              <a:t>光</a:t>
            </a:r>
            <a:r>
              <a:rPr lang="en-US" altLang="zh-CN" dirty="0"/>
              <a:t>  </a:t>
            </a:r>
            <a:r>
              <a:rPr lang="zh-CN" altLang="en-US" b="1" dirty="0"/>
              <a:t>圈</a:t>
            </a:r>
            <a:r>
              <a:rPr lang="zh-CN" altLang="en-US" dirty="0"/>
              <a:t>。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014E69-BDBD-55EC-AC83-3BA795832B1B}"/>
              </a:ext>
            </a:extLst>
          </p:cNvPr>
          <p:cNvSpPr txBox="1"/>
          <p:nvPr/>
        </p:nvSpPr>
        <p:spPr>
          <a:xfrm>
            <a:off x="1802080" y="819839"/>
            <a:ext cx="5137068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Pípí</a:t>
            </a:r>
            <a:r>
              <a:rPr lang="en-US" dirty="0"/>
              <a:t> </a:t>
            </a:r>
            <a:r>
              <a:rPr lang="en-US" dirty="0" err="1"/>
              <a:t>pǎo</a:t>
            </a:r>
            <a:r>
              <a:rPr lang="en-US" dirty="0"/>
              <a:t> a </a:t>
            </a:r>
            <a:r>
              <a:rPr lang="en-US" dirty="0" err="1"/>
              <a:t>pǎo</a:t>
            </a:r>
            <a:r>
              <a:rPr lang="en-US" dirty="0"/>
              <a:t> 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Tā</a:t>
            </a:r>
            <a:r>
              <a:rPr lang="en-US" dirty="0"/>
              <a:t> </a:t>
            </a:r>
            <a:r>
              <a:rPr lang="en-US" dirty="0" err="1"/>
              <a:t>méi</a:t>
            </a:r>
            <a:r>
              <a:rPr lang="zh-CN" altLang="en-US" dirty="0"/>
              <a:t> </a:t>
            </a:r>
            <a:r>
              <a:rPr lang="en-US" dirty="0" err="1"/>
              <a:t>yǒu</a:t>
            </a:r>
            <a:r>
              <a:rPr lang="en-US" dirty="0"/>
              <a:t> </a:t>
            </a:r>
            <a:r>
              <a:rPr lang="en-US" dirty="0" err="1"/>
              <a:t>fā</a:t>
            </a:r>
            <a:r>
              <a:rPr lang="zh-CN" altLang="en-US" dirty="0"/>
              <a:t> </a:t>
            </a:r>
            <a:r>
              <a:rPr lang="en-US" dirty="0" err="1"/>
              <a:t>xiàn</a:t>
            </a:r>
            <a:r>
              <a:rPr lang="en-US" dirty="0"/>
              <a:t> </a:t>
            </a:r>
            <a:r>
              <a:rPr lang="en-US" dirty="0" err="1"/>
              <a:t>zìjǐ</a:t>
            </a:r>
            <a:r>
              <a:rPr lang="en-US" dirty="0"/>
              <a:t> </a:t>
            </a:r>
            <a:r>
              <a:rPr lang="en-US" dirty="0" err="1"/>
              <a:t>chuān</a:t>
            </a:r>
            <a:r>
              <a:rPr lang="zh-CN" altLang="en-US" dirty="0"/>
              <a:t> </a:t>
            </a:r>
            <a:r>
              <a:rPr lang="en-US" dirty="0" err="1"/>
              <a:t>guò</a:t>
            </a:r>
            <a:r>
              <a:rPr lang="en-US" dirty="0"/>
              <a:t> le </a:t>
            </a:r>
            <a:r>
              <a:rPr lang="en-US" dirty="0" err="1"/>
              <a:t>yí</a:t>
            </a:r>
            <a:r>
              <a:rPr lang="en-US" dirty="0"/>
              <a:t> </a:t>
            </a:r>
            <a:r>
              <a:rPr lang="en-US" dirty="0" err="1"/>
              <a:t>dào</a:t>
            </a:r>
            <a:r>
              <a:rPr lang="en-US" dirty="0"/>
              <a:t> </a:t>
            </a:r>
            <a:r>
              <a:rPr lang="en-US" dirty="0" err="1"/>
              <a:t>guāng</a:t>
            </a:r>
            <a:r>
              <a:rPr lang="en-US" dirty="0"/>
              <a:t> </a:t>
            </a:r>
            <a:r>
              <a:rPr lang="en-US" dirty="0" err="1"/>
              <a:t>quān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25ED5-DA48-3AF2-529E-598BCD3FE754}"/>
              </a:ext>
            </a:extLst>
          </p:cNvPr>
          <p:cNvSpPr txBox="1"/>
          <p:nvPr/>
        </p:nvSpPr>
        <p:spPr>
          <a:xfrm>
            <a:off x="4370614" y="2477699"/>
            <a:ext cx="22241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Peter ran and ran.</a:t>
            </a:r>
          </a:p>
          <a:p>
            <a:endParaRPr lang="en-US" dirty="0"/>
          </a:p>
          <a:p>
            <a:r>
              <a:rPr lang="en-US" dirty="0"/>
              <a:t>He did not notice</a:t>
            </a:r>
          </a:p>
          <a:p>
            <a:endParaRPr lang="en-US" dirty="0"/>
          </a:p>
          <a:p>
            <a:r>
              <a:rPr lang="en-US" dirty="0"/>
              <a:t>a glowing portal.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4B906F-9184-4BCC-5021-74E3CB5873F5}"/>
              </a:ext>
            </a:extLst>
          </p:cNvPr>
          <p:cNvSpPr txBox="1"/>
          <p:nvPr/>
        </p:nvSpPr>
        <p:spPr>
          <a:xfrm>
            <a:off x="477920" y="5226874"/>
            <a:ext cx="39243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忽然，四周都变了。</a:t>
            </a:r>
          </a:p>
          <a:p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这里不是公园，是一片大草原！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0573F1-9508-A580-3264-0D43B012290A}"/>
              </a:ext>
            </a:extLst>
          </p:cNvPr>
          <p:cNvSpPr txBox="1"/>
          <p:nvPr/>
        </p:nvSpPr>
        <p:spPr>
          <a:xfrm>
            <a:off x="477920" y="4895923"/>
            <a:ext cx="513706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Hūrán</a:t>
            </a:r>
            <a:r>
              <a:rPr lang="en-US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s</a:t>
            </a:r>
            <a:r>
              <a:rPr lang="en-US" dirty="0" err="1"/>
              <a:t>ì</a:t>
            </a:r>
            <a:r>
              <a:rPr lang="zh-CN" altLang="en-US" dirty="0"/>
              <a:t> </a:t>
            </a:r>
            <a:r>
              <a:rPr lang="en-US" dirty="0" err="1"/>
              <a:t>zhōu</a:t>
            </a:r>
            <a:r>
              <a:rPr lang="en-US" dirty="0"/>
              <a:t> </a:t>
            </a:r>
            <a:r>
              <a:rPr lang="en-US" dirty="0" err="1"/>
              <a:t>dōu</a:t>
            </a:r>
            <a:r>
              <a:rPr lang="en-US" dirty="0"/>
              <a:t> </a:t>
            </a:r>
            <a:r>
              <a:rPr lang="en-US" dirty="0" err="1"/>
              <a:t>biàn</a:t>
            </a:r>
            <a:r>
              <a:rPr lang="en-US" dirty="0"/>
              <a:t> 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Zhè</a:t>
            </a:r>
            <a:r>
              <a:rPr lang="zh-CN" altLang="en-US" dirty="0"/>
              <a:t> </a:t>
            </a:r>
            <a:r>
              <a:rPr lang="en-US" dirty="0" err="1"/>
              <a:t>lǐ</a:t>
            </a:r>
            <a:r>
              <a:rPr lang="en-US" dirty="0"/>
              <a:t> </a:t>
            </a:r>
            <a:r>
              <a:rPr lang="en-US" dirty="0" err="1"/>
              <a:t>bú</a:t>
            </a:r>
            <a:r>
              <a:rPr lang="en-US" dirty="0"/>
              <a:t> </a:t>
            </a:r>
            <a:r>
              <a:rPr lang="en-US" dirty="0" err="1"/>
              <a:t>shì</a:t>
            </a:r>
            <a:r>
              <a:rPr lang="en-US" dirty="0"/>
              <a:t> </a:t>
            </a:r>
            <a:r>
              <a:rPr lang="en-US" dirty="0" err="1"/>
              <a:t>gōng</a:t>
            </a:r>
            <a:r>
              <a:rPr lang="zh-CN" altLang="en-US" dirty="0"/>
              <a:t> </a:t>
            </a:r>
            <a:r>
              <a:rPr lang="en-US" dirty="0"/>
              <a:t>yuan </a:t>
            </a:r>
            <a:r>
              <a:rPr lang="en-US" dirty="0" err="1"/>
              <a:t>shì</a:t>
            </a:r>
            <a:r>
              <a:rPr lang="en-US" dirty="0"/>
              <a:t> </a:t>
            </a:r>
            <a:r>
              <a:rPr lang="en-US" dirty="0" err="1"/>
              <a:t>yí</a:t>
            </a:r>
            <a:r>
              <a:rPr lang="en-US" dirty="0"/>
              <a:t> </a:t>
            </a:r>
            <a:r>
              <a:rPr lang="en-US" dirty="0" err="1"/>
              <a:t>piàn</a:t>
            </a:r>
            <a:r>
              <a:rPr lang="en-US" dirty="0"/>
              <a:t> </a:t>
            </a:r>
            <a:r>
              <a:rPr lang="en-US" dirty="0" err="1"/>
              <a:t>dà</a:t>
            </a:r>
            <a:r>
              <a:rPr lang="en-US" dirty="0"/>
              <a:t> </a:t>
            </a:r>
            <a:r>
              <a:rPr lang="en-US" dirty="0" err="1"/>
              <a:t>cǎo</a:t>
            </a:r>
            <a:r>
              <a:rPr lang="zh-CN" altLang="en-US" dirty="0"/>
              <a:t> </a:t>
            </a:r>
            <a:r>
              <a:rPr lang="en-US" dirty="0" err="1"/>
              <a:t>yuán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D6BF38-D63D-FB8D-1659-F45C40E28CFB}"/>
              </a:ext>
            </a:extLst>
          </p:cNvPr>
          <p:cNvSpPr txBox="1"/>
          <p:nvPr/>
        </p:nvSpPr>
        <p:spPr>
          <a:xfrm>
            <a:off x="336467" y="7083314"/>
            <a:ext cx="39243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Suddenly, everything changed.</a:t>
            </a:r>
          </a:p>
          <a:p>
            <a:endParaRPr lang="en-US" dirty="0"/>
          </a:p>
          <a:p>
            <a:r>
              <a:rPr lang="en-US" dirty="0"/>
              <a:t>This was not the park. </a:t>
            </a:r>
          </a:p>
          <a:p>
            <a:endParaRPr lang="en-US" dirty="0"/>
          </a:p>
          <a:p>
            <a:r>
              <a:rPr lang="en-US" dirty="0"/>
              <a:t>It was a huge grassland!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CF4A275-BC88-0BC3-4182-16234491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6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D14349-4236-41D3-C058-669D045B7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" y="5638695"/>
            <a:ext cx="3298016" cy="35839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1C9164-21F6-4484-32BB-0963DBEE14E9}"/>
              </a:ext>
            </a:extLst>
          </p:cNvPr>
          <p:cNvSpPr txBox="1"/>
          <p:nvPr/>
        </p:nvSpPr>
        <p:spPr>
          <a:xfrm>
            <a:off x="3128963" y="1139996"/>
            <a:ext cx="3429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皮皮左看看，右看看。</a:t>
            </a:r>
          </a:p>
          <a:p>
            <a:endParaRPr lang="zh-CN" altLang="en-US" dirty="0"/>
          </a:p>
          <a:p>
            <a:r>
              <a:rPr lang="zh-CN" altLang="en-US" dirty="0"/>
              <a:t>爸爸妈妈都不见了。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5CC8F1-1E1C-DAF8-B9BB-56238D0D5956}"/>
              </a:ext>
            </a:extLst>
          </p:cNvPr>
          <p:cNvSpPr txBox="1"/>
          <p:nvPr/>
        </p:nvSpPr>
        <p:spPr>
          <a:xfrm>
            <a:off x="3143684" y="809972"/>
            <a:ext cx="36861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Pípí</a:t>
            </a:r>
            <a:r>
              <a:rPr lang="en-US" dirty="0"/>
              <a:t> </a:t>
            </a:r>
            <a:r>
              <a:rPr lang="en-US" dirty="0" err="1"/>
              <a:t>zuǒ</a:t>
            </a:r>
            <a:r>
              <a:rPr lang="en-US" dirty="0"/>
              <a:t> </a:t>
            </a:r>
            <a:r>
              <a:rPr lang="en-US" dirty="0" err="1"/>
              <a:t>kàn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, </a:t>
            </a:r>
            <a:r>
              <a:rPr lang="en-US" dirty="0" err="1"/>
              <a:t>yòu</a:t>
            </a:r>
            <a:r>
              <a:rPr lang="en-US" dirty="0"/>
              <a:t> </a:t>
            </a:r>
            <a:r>
              <a:rPr lang="en-US" dirty="0" err="1"/>
              <a:t>kàn</a:t>
            </a:r>
            <a:r>
              <a:rPr lang="en-US" dirty="0"/>
              <a:t> </a:t>
            </a:r>
            <a:r>
              <a:rPr lang="en-US" dirty="0" err="1"/>
              <a:t>kan.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Bàba</a:t>
            </a:r>
            <a:r>
              <a:rPr lang="en-US" dirty="0"/>
              <a:t> </a:t>
            </a:r>
            <a:r>
              <a:rPr lang="en-US" dirty="0" err="1"/>
              <a:t>māma</a:t>
            </a:r>
            <a:r>
              <a:rPr lang="en-US" dirty="0"/>
              <a:t> </a:t>
            </a:r>
            <a:r>
              <a:rPr lang="en-US" dirty="0" err="1"/>
              <a:t>dōu</a:t>
            </a:r>
            <a:r>
              <a:rPr lang="en-US" dirty="0"/>
              <a:t> </a:t>
            </a:r>
            <a:r>
              <a:rPr lang="en-US" dirty="0" err="1"/>
              <a:t>bú</a:t>
            </a:r>
            <a:r>
              <a:rPr lang="en-US" dirty="0"/>
              <a:t> </a:t>
            </a:r>
            <a:r>
              <a:rPr lang="en-US" dirty="0" err="1"/>
              <a:t>jiàn</a:t>
            </a:r>
            <a:r>
              <a:rPr lang="en-US" dirty="0"/>
              <a:t> 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92A9D-29B1-FE99-4846-D96B49804B50}"/>
              </a:ext>
            </a:extLst>
          </p:cNvPr>
          <p:cNvSpPr txBox="1"/>
          <p:nvPr/>
        </p:nvSpPr>
        <p:spPr>
          <a:xfrm>
            <a:off x="4017384" y="2462573"/>
            <a:ext cx="28406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Peter looked left.</a:t>
            </a:r>
          </a:p>
          <a:p>
            <a:endParaRPr lang="en-US" dirty="0"/>
          </a:p>
          <a:p>
            <a:r>
              <a:rPr lang="en-US" dirty="0"/>
              <a:t>He looked right.</a:t>
            </a:r>
          </a:p>
          <a:p>
            <a:endParaRPr lang="en-US" dirty="0"/>
          </a:p>
          <a:p>
            <a:r>
              <a:rPr lang="en-US" dirty="0"/>
              <a:t>Mom and Dad were gone.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DF0672-2A36-84A0-ACCC-99E55EDC9CE8}"/>
              </a:ext>
            </a:extLst>
          </p:cNvPr>
          <p:cNvSpPr txBox="1"/>
          <p:nvPr/>
        </p:nvSpPr>
        <p:spPr>
          <a:xfrm>
            <a:off x="488495" y="5153241"/>
            <a:ext cx="39147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忽然，一个声音响起来：</a:t>
            </a:r>
          </a:p>
          <a:p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D2804B-FC50-3BEB-E8C4-6479E46E4F16}"/>
              </a:ext>
            </a:extLst>
          </p:cNvPr>
          <p:cNvSpPr txBox="1"/>
          <p:nvPr/>
        </p:nvSpPr>
        <p:spPr>
          <a:xfrm>
            <a:off x="488495" y="4823217"/>
            <a:ext cx="391477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Hū</a:t>
            </a:r>
            <a:r>
              <a:rPr lang="en-US" dirty="0"/>
              <a:t> </a:t>
            </a:r>
            <a:r>
              <a:rPr lang="en-US" dirty="0" err="1"/>
              <a:t>rán</a:t>
            </a:r>
            <a:r>
              <a:rPr lang="en-US" dirty="0"/>
              <a:t>, </a:t>
            </a:r>
            <a:r>
              <a:rPr lang="en-US" dirty="0" err="1"/>
              <a:t>yí</a:t>
            </a:r>
            <a:r>
              <a:rPr lang="en-US" dirty="0"/>
              <a:t> </a:t>
            </a:r>
            <a:r>
              <a:rPr lang="en-US" dirty="0" err="1"/>
              <a:t>ge</a:t>
            </a:r>
            <a:r>
              <a:rPr lang="en-US" dirty="0"/>
              <a:t> sheng </a:t>
            </a:r>
            <a:r>
              <a:rPr lang="en-US" dirty="0" err="1"/>
              <a:t>yīn</a:t>
            </a:r>
            <a:r>
              <a:rPr lang="en-US" dirty="0"/>
              <a:t> </a:t>
            </a:r>
            <a:r>
              <a:rPr lang="en-US" dirty="0" err="1"/>
              <a:t>xiǎng</a:t>
            </a:r>
            <a:r>
              <a:rPr lang="en-US" dirty="0"/>
              <a:t> </a:t>
            </a:r>
            <a:r>
              <a:rPr lang="en-US" dirty="0" err="1"/>
              <a:t>qǐ</a:t>
            </a:r>
            <a:r>
              <a:rPr lang="en-US" dirty="0"/>
              <a:t> lai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B931C8-414B-83C4-A133-D2025563D370}"/>
              </a:ext>
            </a:extLst>
          </p:cNvPr>
          <p:cNvSpPr txBox="1"/>
          <p:nvPr/>
        </p:nvSpPr>
        <p:spPr>
          <a:xfrm>
            <a:off x="544731" y="5736942"/>
            <a:ext cx="3914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Then a voice said,</a:t>
            </a:r>
          </a:p>
          <a:p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82B3C10-6F66-D6D4-3194-9F7A622B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3DDA24-3509-DEDA-537F-128D5DE9B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63" y="809972"/>
            <a:ext cx="2692400" cy="34417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76B0E96-EEB4-1695-D231-5867E49353EF}"/>
              </a:ext>
            </a:extLst>
          </p:cNvPr>
          <p:cNvGrpSpPr/>
          <p:nvPr/>
        </p:nvGrpSpPr>
        <p:grpSpPr>
          <a:xfrm>
            <a:off x="3102119" y="5348923"/>
            <a:ext cx="3914774" cy="1489156"/>
            <a:chOff x="1471613" y="7160751"/>
            <a:chExt cx="3914774" cy="148915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857AC8-DFD4-0BD5-CDBD-FA467EE0B716}"/>
                </a:ext>
              </a:extLst>
            </p:cNvPr>
            <p:cNvSpPr txBox="1"/>
            <p:nvPr/>
          </p:nvSpPr>
          <p:spPr>
            <a:xfrm>
              <a:off x="1471613" y="7865077"/>
              <a:ext cx="39147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000">
                  <a:latin typeface="STKaiti" panose="02010600040101010101" pitchFamily="2" charset="-122"/>
                  <a:ea typeface="STKaiti" panose="02010600040101010101" pitchFamily="2" charset="-122"/>
                </a:defRPr>
              </a:lvl1pPr>
            </a:lstStyle>
            <a:p>
              <a:r>
                <a:rPr lang="en-US" altLang="zh-CN" dirty="0"/>
                <a:t>"</a:t>
              </a:r>
              <a:r>
                <a:rPr lang="zh-CN" altLang="en-US" dirty="0"/>
                <a:t>欢迎来到梦蝶世界！</a:t>
              </a:r>
              <a:r>
                <a:rPr lang="en-US" altLang="zh-CN" dirty="0"/>
                <a:t>"</a:t>
              </a:r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37D7E95-A3A7-C910-7F28-0BFCB1B1E67F}"/>
                </a:ext>
              </a:extLst>
            </p:cNvPr>
            <p:cNvSpPr txBox="1"/>
            <p:nvPr/>
          </p:nvSpPr>
          <p:spPr>
            <a:xfrm>
              <a:off x="1471613" y="7160751"/>
              <a:ext cx="3914774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5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endParaRPr lang="en-US" dirty="0"/>
            </a:p>
            <a:p>
              <a:endParaRPr lang="en-US" dirty="0"/>
            </a:p>
            <a:p>
              <a:r>
                <a:rPr lang="en-US" dirty="0"/>
                <a:t>"</a:t>
              </a:r>
              <a:r>
                <a:rPr lang="en-US" dirty="0" err="1"/>
                <a:t>Huān</a:t>
              </a:r>
              <a:r>
                <a:rPr lang="en-US" dirty="0"/>
                <a:t> </a:t>
              </a:r>
              <a:r>
                <a:rPr lang="en-US" dirty="0" err="1"/>
                <a:t>yíng</a:t>
              </a:r>
              <a:r>
                <a:rPr lang="en-US" dirty="0"/>
                <a:t> </a:t>
              </a:r>
              <a:r>
                <a:rPr lang="en-US" dirty="0" err="1"/>
                <a:t>lái</a:t>
              </a:r>
              <a:r>
                <a:rPr lang="en-US" dirty="0"/>
                <a:t> </a:t>
              </a:r>
              <a:r>
                <a:rPr lang="en-US" dirty="0" err="1"/>
                <a:t>dào</a:t>
              </a:r>
              <a:r>
                <a:rPr lang="en-US" dirty="0"/>
                <a:t> Mèng </a:t>
              </a:r>
              <a:r>
                <a:rPr lang="en-US" dirty="0" err="1"/>
                <a:t>dié</a:t>
              </a:r>
              <a:r>
                <a:rPr lang="en-US" dirty="0"/>
                <a:t> </a:t>
              </a:r>
              <a:r>
                <a:rPr lang="en-US" dirty="0" err="1"/>
                <a:t>Shì</a:t>
              </a:r>
              <a:r>
                <a:rPr lang="en-US" dirty="0"/>
                <a:t> </a:t>
              </a:r>
              <a:r>
                <a:rPr lang="en-US" dirty="0" err="1"/>
                <a:t>jiè</a:t>
              </a:r>
              <a:r>
                <a:rPr lang="en-US" dirty="0"/>
                <a:t>!"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A1E2803-F083-FBDD-9932-DB078AC4ED54}"/>
                </a:ext>
              </a:extLst>
            </p:cNvPr>
            <p:cNvSpPr txBox="1"/>
            <p:nvPr/>
          </p:nvSpPr>
          <p:spPr>
            <a:xfrm>
              <a:off x="1471613" y="8003576"/>
              <a:ext cx="39147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>
                  <a:latin typeface="Charm" pitchFamily="2" charset="-34"/>
                  <a:cs typeface="Charm" pitchFamily="2" charset="-34"/>
                </a:defRPr>
              </a:lvl1pPr>
            </a:lstStyle>
            <a:p>
              <a:endParaRPr lang="en-US" dirty="0"/>
            </a:p>
            <a:p>
              <a:r>
                <a:rPr lang="en-US" dirty="0"/>
                <a:t>"Welcome to Dream Butterfly World!"</a:t>
              </a:r>
            </a:p>
          </p:txBody>
        </p:sp>
      </p:grpSp>
      <p:sp>
        <p:nvSpPr>
          <p:cNvPr id="16" name="Oval Callout 15">
            <a:extLst>
              <a:ext uri="{FF2B5EF4-FFF2-40B4-BE49-F238E27FC236}">
                <a16:creationId xmlns:a16="http://schemas.microsoft.com/office/drawing/2014/main" id="{537912AD-0194-AF35-A48B-08B8C60D83CE}"/>
              </a:ext>
            </a:extLst>
          </p:cNvPr>
          <p:cNvSpPr/>
          <p:nvPr/>
        </p:nvSpPr>
        <p:spPr>
          <a:xfrm>
            <a:off x="2952440" y="5254957"/>
            <a:ext cx="3686174" cy="1996694"/>
          </a:xfrm>
          <a:prstGeom prst="wedgeEllipseCallout">
            <a:avLst>
              <a:gd name="adj1" fmla="val -54942"/>
              <a:gd name="adj2" fmla="val 422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32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770AF0-E6F5-740E-4343-331B5AD2F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23" y="1175817"/>
            <a:ext cx="5130223" cy="4449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A6DF9C-A490-1EDF-4B31-F2854395CBC0}"/>
              </a:ext>
            </a:extLst>
          </p:cNvPr>
          <p:cNvSpPr txBox="1"/>
          <p:nvPr/>
        </p:nvSpPr>
        <p:spPr>
          <a:xfrm>
            <a:off x="1257300" y="856680"/>
            <a:ext cx="48629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皮皮抬起头。一道彩光闪过。</a:t>
            </a:r>
          </a:p>
          <a:p>
            <a:endParaRPr lang="en-US" altLang="zh-CN" dirty="0"/>
          </a:p>
          <a:p>
            <a:r>
              <a:rPr lang="zh-CN" altLang="en-US" dirty="0"/>
              <a:t>一只</a:t>
            </a:r>
            <a:r>
              <a:rPr lang="en-US" altLang="zh-CN" dirty="0"/>
              <a:t>   </a:t>
            </a:r>
            <a:r>
              <a:rPr lang="zh-CN" altLang="en-US" dirty="0"/>
              <a:t>长</a:t>
            </a:r>
            <a:r>
              <a:rPr lang="en-US" altLang="zh-CN" dirty="0"/>
              <a:t>   </a:t>
            </a:r>
            <a:r>
              <a:rPr lang="zh-CN" altLang="en-US" dirty="0"/>
              <a:t>着</a:t>
            </a:r>
            <a:r>
              <a:rPr lang="en-US" altLang="zh-CN" dirty="0"/>
              <a:t>  </a:t>
            </a:r>
            <a:r>
              <a:rPr lang="zh-CN" altLang="en-US" b="1" dirty="0"/>
              <a:t>翅</a:t>
            </a:r>
            <a:r>
              <a:rPr lang="en-US" altLang="zh-CN" b="1" dirty="0"/>
              <a:t>  </a:t>
            </a:r>
            <a:r>
              <a:rPr lang="zh-CN" altLang="en-US" b="1" dirty="0"/>
              <a:t>膀</a:t>
            </a:r>
            <a:r>
              <a:rPr lang="en-US" altLang="zh-CN" dirty="0"/>
              <a:t> </a:t>
            </a:r>
            <a:r>
              <a:rPr lang="zh-CN" altLang="en-US" dirty="0"/>
              <a:t>的</a:t>
            </a:r>
            <a:r>
              <a:rPr lang="en-US" altLang="zh-CN" dirty="0"/>
              <a:t>  </a:t>
            </a:r>
            <a:r>
              <a:rPr lang="zh-CN" altLang="en-US" dirty="0"/>
              <a:t>小</a:t>
            </a:r>
            <a:r>
              <a:rPr lang="en-US" altLang="zh-CN" dirty="0"/>
              <a:t>  </a:t>
            </a:r>
            <a:r>
              <a:rPr lang="zh-CN" altLang="en-US" dirty="0"/>
              <a:t>猫</a:t>
            </a:r>
            <a:r>
              <a:rPr lang="en-US" altLang="zh-CN" dirty="0"/>
              <a:t> </a:t>
            </a:r>
            <a:r>
              <a:rPr lang="zh-CN" altLang="en-US" dirty="0"/>
              <a:t>飞了出来。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A9733-8C34-77DE-DA49-CC355FA1B43F}"/>
              </a:ext>
            </a:extLst>
          </p:cNvPr>
          <p:cNvSpPr txBox="1"/>
          <p:nvPr/>
        </p:nvSpPr>
        <p:spPr>
          <a:xfrm>
            <a:off x="1257300" y="565851"/>
            <a:ext cx="49633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Pípí</a:t>
            </a:r>
            <a:r>
              <a:rPr lang="en-US" dirty="0"/>
              <a:t> </a:t>
            </a:r>
            <a:r>
              <a:rPr lang="en-US" dirty="0" err="1"/>
              <a:t>tái</a:t>
            </a:r>
            <a:r>
              <a:rPr lang="en-US" dirty="0"/>
              <a:t> </a:t>
            </a:r>
            <a:r>
              <a:rPr lang="en-US" dirty="0" err="1"/>
              <a:t>qǐ</a:t>
            </a:r>
            <a:r>
              <a:rPr lang="en-US" dirty="0"/>
              <a:t> </a:t>
            </a:r>
            <a:r>
              <a:rPr lang="en-US" dirty="0" err="1"/>
              <a:t>tóu</a:t>
            </a:r>
            <a:r>
              <a:rPr lang="en-US" dirty="0"/>
              <a:t>. </a:t>
            </a:r>
            <a:r>
              <a:rPr lang="en-US" dirty="0" err="1"/>
              <a:t>Yí</a:t>
            </a:r>
            <a:r>
              <a:rPr lang="en-US" dirty="0"/>
              <a:t> </a:t>
            </a:r>
            <a:r>
              <a:rPr lang="en-US" dirty="0" err="1"/>
              <a:t>dào</a:t>
            </a:r>
            <a:r>
              <a:rPr lang="en-US" dirty="0"/>
              <a:t> </a:t>
            </a:r>
            <a:r>
              <a:rPr lang="en-US" dirty="0" err="1"/>
              <a:t>cǎi</a:t>
            </a:r>
            <a:r>
              <a:rPr lang="en-US" dirty="0"/>
              <a:t> </a:t>
            </a:r>
            <a:r>
              <a:rPr lang="en-US" dirty="0" err="1"/>
              <a:t>guāng</a:t>
            </a:r>
            <a:r>
              <a:rPr lang="en-US" dirty="0"/>
              <a:t> </a:t>
            </a:r>
            <a:r>
              <a:rPr lang="en-US" dirty="0" err="1"/>
              <a:t>shǎn</a:t>
            </a:r>
            <a:r>
              <a:rPr lang="en-US" dirty="0"/>
              <a:t> </a:t>
            </a:r>
            <a:r>
              <a:rPr lang="en-US" dirty="0" err="1"/>
              <a:t>guò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Yì</a:t>
            </a:r>
            <a:r>
              <a:rPr lang="en-US" dirty="0"/>
              <a:t> </a:t>
            </a:r>
            <a:r>
              <a:rPr lang="en-US" dirty="0" err="1"/>
              <a:t>zhī</a:t>
            </a:r>
            <a:r>
              <a:rPr lang="en-US" dirty="0"/>
              <a:t> </a:t>
            </a:r>
            <a:r>
              <a:rPr lang="en-US" dirty="0" err="1"/>
              <a:t>zhǎng</a:t>
            </a:r>
            <a:r>
              <a:rPr lang="en-US" dirty="0"/>
              <a:t> </a:t>
            </a:r>
            <a:r>
              <a:rPr lang="en-US" dirty="0" err="1"/>
              <a:t>zhe</a:t>
            </a:r>
            <a:r>
              <a:rPr lang="en-US" dirty="0"/>
              <a:t> </a:t>
            </a:r>
            <a:r>
              <a:rPr lang="en-US" dirty="0" err="1"/>
              <a:t>chì</a:t>
            </a:r>
            <a:r>
              <a:rPr lang="en-US" dirty="0"/>
              <a:t> </a:t>
            </a:r>
            <a:r>
              <a:rPr lang="en-US" dirty="0" err="1"/>
              <a:t>bǎng</a:t>
            </a:r>
            <a:r>
              <a:rPr lang="en-US" dirty="0"/>
              <a:t> de </a:t>
            </a:r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māo</a:t>
            </a:r>
            <a:r>
              <a:rPr lang="en-US" dirty="0"/>
              <a:t> </a:t>
            </a:r>
            <a:r>
              <a:rPr lang="en-US" dirty="0" err="1"/>
              <a:t>fēi</a:t>
            </a:r>
            <a:r>
              <a:rPr lang="en-US" dirty="0"/>
              <a:t> le </a:t>
            </a:r>
            <a:r>
              <a:rPr lang="en-US" dirty="0" err="1"/>
              <a:t>chū</a:t>
            </a:r>
            <a:r>
              <a:rPr lang="en-US" dirty="0"/>
              <a:t> </a:t>
            </a:r>
            <a:r>
              <a:rPr lang="en-US" dirty="0" err="1"/>
              <a:t>lái</a:t>
            </a:r>
            <a:r>
              <a:rPr lang="en-US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EAC922-9BFA-5D5E-A1D3-A745DE4120B3}"/>
              </a:ext>
            </a:extLst>
          </p:cNvPr>
          <p:cNvSpPr txBox="1"/>
          <p:nvPr/>
        </p:nvSpPr>
        <p:spPr>
          <a:xfrm>
            <a:off x="2996601" y="2864611"/>
            <a:ext cx="31738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Peter looked up.</a:t>
            </a:r>
          </a:p>
          <a:p>
            <a:endParaRPr lang="en-US" dirty="0"/>
          </a:p>
          <a:p>
            <a:r>
              <a:rPr lang="en-US" dirty="0"/>
              <a:t>A rainbow flash filled the sky.</a:t>
            </a:r>
          </a:p>
          <a:p>
            <a:endParaRPr lang="en-US" dirty="0"/>
          </a:p>
          <a:p>
            <a:r>
              <a:rPr lang="en-US" dirty="0"/>
              <a:t>A little winged cat flew down.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1B276F-ACC5-96D8-27F8-C1DC8238EFA6}"/>
              </a:ext>
            </a:extLst>
          </p:cNvPr>
          <p:cNvSpPr txBox="1"/>
          <p:nvPr/>
        </p:nvSpPr>
        <p:spPr>
          <a:xfrm>
            <a:off x="680517" y="6644565"/>
            <a:ext cx="39814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皮皮问：</a:t>
            </a:r>
            <a:r>
              <a:rPr lang="en-US" altLang="zh-CN" dirty="0"/>
              <a:t>"</a:t>
            </a:r>
            <a:r>
              <a:rPr lang="zh-CN" altLang="en-US" dirty="0"/>
              <a:t>你是谁？</a:t>
            </a:r>
            <a:r>
              <a:rPr lang="en-US" altLang="zh-CN" dirty="0"/>
              <a:t>"</a:t>
            </a:r>
          </a:p>
          <a:p>
            <a:endParaRPr lang="en-US" altLang="zh-CN" dirty="0"/>
          </a:p>
          <a:p>
            <a:r>
              <a:rPr lang="zh-CN" altLang="en-US" dirty="0"/>
              <a:t>小猫笑了。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1539D6-0004-D7C9-6609-5B8282DD6250}"/>
              </a:ext>
            </a:extLst>
          </p:cNvPr>
          <p:cNvSpPr txBox="1"/>
          <p:nvPr/>
        </p:nvSpPr>
        <p:spPr>
          <a:xfrm>
            <a:off x="708227" y="6341802"/>
            <a:ext cx="39814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Pípí</a:t>
            </a:r>
            <a:r>
              <a:rPr lang="en-US" dirty="0"/>
              <a:t> </a:t>
            </a:r>
            <a:r>
              <a:rPr lang="en-US" dirty="0" err="1"/>
              <a:t>wèn</a:t>
            </a:r>
            <a:r>
              <a:rPr lang="en-US" dirty="0"/>
              <a:t>: "</a:t>
            </a:r>
            <a:r>
              <a:rPr lang="en-US" dirty="0" err="1"/>
              <a:t>Nǐ</a:t>
            </a:r>
            <a:r>
              <a:rPr lang="en-US" dirty="0"/>
              <a:t> </a:t>
            </a:r>
            <a:r>
              <a:rPr lang="en-US" dirty="0" err="1"/>
              <a:t>shì</a:t>
            </a:r>
            <a:r>
              <a:rPr lang="en-US" dirty="0"/>
              <a:t> </a:t>
            </a:r>
            <a:r>
              <a:rPr lang="en-US" dirty="0" err="1"/>
              <a:t>shéi</a:t>
            </a:r>
            <a:r>
              <a:rPr lang="en-US" dirty="0"/>
              <a:t>?"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māo</a:t>
            </a:r>
            <a:r>
              <a:rPr lang="en-US" dirty="0"/>
              <a:t> </a:t>
            </a:r>
            <a:r>
              <a:rPr lang="en-US" dirty="0" err="1"/>
              <a:t>xiào</a:t>
            </a:r>
            <a:r>
              <a:rPr lang="en-US" dirty="0"/>
              <a:t> le.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A71CBF-56DC-58DE-BF41-5668EC53283E}"/>
              </a:ext>
            </a:extLst>
          </p:cNvPr>
          <p:cNvSpPr txBox="1"/>
          <p:nvPr/>
        </p:nvSpPr>
        <p:spPr>
          <a:xfrm>
            <a:off x="395921" y="8172316"/>
            <a:ext cx="39814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"Who are you?”, asked Peter.</a:t>
            </a:r>
          </a:p>
          <a:p>
            <a:endParaRPr lang="en-US" dirty="0"/>
          </a:p>
          <a:p>
            <a:r>
              <a:rPr lang="en-US" dirty="0"/>
              <a:t>The little cat smiled.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28A9389-D758-4155-4733-69D311C0E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3373F5-43AD-7D3F-36DB-EE3B23885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646" y="6172453"/>
            <a:ext cx="3173867" cy="246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343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0D193-79EB-3EE8-9773-183F39F9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907D6A-80C4-DD41-9240-6923B1F6D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457" y="4089010"/>
            <a:ext cx="3610012" cy="48880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AB1E119-208E-B1A3-32EF-FDD5718EE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23" y="1612585"/>
            <a:ext cx="2559050" cy="2235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EF68B7-C97C-7A5F-4932-1ECEBE811F12}"/>
              </a:ext>
            </a:extLst>
          </p:cNvPr>
          <p:cNvSpPr txBox="1"/>
          <p:nvPr/>
        </p:nvSpPr>
        <p:spPr>
          <a:xfrm>
            <a:off x="2105891" y="1228351"/>
            <a:ext cx="44473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en-US" altLang="zh-CN" dirty="0"/>
              <a:t>"</a:t>
            </a:r>
            <a:r>
              <a:rPr lang="zh-CN" altLang="en-US" dirty="0"/>
              <a:t>我叫小鱼。</a:t>
            </a:r>
            <a:r>
              <a:rPr lang="en-US" altLang="zh-CN" dirty="0"/>
              <a:t>"</a:t>
            </a:r>
          </a:p>
          <a:p>
            <a:endParaRPr lang="en-US" altLang="zh-CN" dirty="0"/>
          </a:p>
          <a:p>
            <a:r>
              <a:rPr lang="zh-CN" altLang="en-US" dirty="0"/>
              <a:t>“ 我</a:t>
            </a:r>
            <a:r>
              <a:rPr lang="en-US" altLang="zh-CN" dirty="0"/>
              <a:t> </a:t>
            </a:r>
            <a:r>
              <a:rPr lang="zh-CN" altLang="en-US" dirty="0"/>
              <a:t>是   梦   蝶 世 界的 精 灵  向 导。</a:t>
            </a:r>
            <a:r>
              <a:rPr lang="en-US" altLang="zh-CN" dirty="0"/>
              <a:t>"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C4DD86-451A-E1F2-2DB6-1D4980BF21E7}"/>
              </a:ext>
            </a:extLst>
          </p:cNvPr>
          <p:cNvSpPr txBox="1"/>
          <p:nvPr/>
        </p:nvSpPr>
        <p:spPr>
          <a:xfrm>
            <a:off x="2209802" y="908322"/>
            <a:ext cx="43433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Wǒ</a:t>
            </a:r>
            <a:r>
              <a:rPr lang="en-US" dirty="0"/>
              <a:t> </a:t>
            </a:r>
            <a:r>
              <a:rPr lang="en-US" dirty="0" err="1"/>
              <a:t>jiào</a:t>
            </a:r>
            <a:r>
              <a:rPr lang="en-US" dirty="0"/>
              <a:t> Fish.”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"</a:t>
            </a:r>
            <a:r>
              <a:rPr lang="en-US" dirty="0" err="1"/>
              <a:t>Wǒ</a:t>
            </a:r>
            <a:r>
              <a:rPr lang="en-US" dirty="0"/>
              <a:t> </a:t>
            </a:r>
            <a:r>
              <a:rPr lang="en-US" dirty="0" err="1"/>
              <a:t>shì</a:t>
            </a:r>
            <a:r>
              <a:rPr lang="en-US" dirty="0"/>
              <a:t> Mèng </a:t>
            </a:r>
            <a:r>
              <a:rPr lang="en-US" dirty="0" err="1"/>
              <a:t>dié</a:t>
            </a:r>
            <a:r>
              <a:rPr lang="en-US" dirty="0"/>
              <a:t> </a:t>
            </a:r>
            <a:r>
              <a:rPr lang="en-US" dirty="0" err="1"/>
              <a:t>Shì</a:t>
            </a:r>
            <a:r>
              <a:rPr lang="en-US" dirty="0"/>
              <a:t> </a:t>
            </a:r>
            <a:r>
              <a:rPr lang="en-US" dirty="0" err="1"/>
              <a:t>jiè</a:t>
            </a:r>
            <a:r>
              <a:rPr lang="en-US" dirty="0"/>
              <a:t> de </a:t>
            </a:r>
            <a:r>
              <a:rPr lang="en-US" dirty="0" err="1"/>
              <a:t>jīng</a:t>
            </a:r>
            <a:r>
              <a:rPr lang="en-US" dirty="0"/>
              <a:t> </a:t>
            </a:r>
            <a:r>
              <a:rPr lang="en-US" dirty="0" err="1"/>
              <a:t>líng</a:t>
            </a:r>
            <a:r>
              <a:rPr lang="en-US" dirty="0"/>
              <a:t> </a:t>
            </a:r>
            <a:r>
              <a:rPr lang="en-US" dirty="0" err="1"/>
              <a:t>xiàng</a:t>
            </a:r>
            <a:r>
              <a:rPr lang="en-US" dirty="0"/>
              <a:t> </a:t>
            </a:r>
            <a:r>
              <a:rPr lang="en-US" dirty="0" err="1"/>
              <a:t>dǎo</a:t>
            </a:r>
            <a:r>
              <a:rPr lang="en-US" dirty="0"/>
              <a:t>."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C3E6C-5509-8F75-06E2-DCA5B664F3F1}"/>
              </a:ext>
            </a:extLst>
          </p:cNvPr>
          <p:cNvSpPr txBox="1"/>
          <p:nvPr/>
        </p:nvSpPr>
        <p:spPr>
          <a:xfrm>
            <a:off x="2988973" y="2602567"/>
            <a:ext cx="44473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"My name is Fish.</a:t>
            </a:r>
          </a:p>
          <a:p>
            <a:endParaRPr lang="en-US" dirty="0"/>
          </a:p>
          <a:p>
            <a:r>
              <a:rPr lang="en-US" dirty="0"/>
              <a:t>I am the guide</a:t>
            </a:r>
            <a:r>
              <a:rPr lang="zh-CN" altLang="en-US" dirty="0"/>
              <a:t> </a:t>
            </a:r>
            <a:r>
              <a:rPr lang="en-US" dirty="0"/>
              <a:t>of Dream Butterfly World."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B65A45-6EE3-9F43-D736-6E6AA45C18FB}"/>
              </a:ext>
            </a:extLst>
          </p:cNvPr>
          <p:cNvSpPr txBox="1"/>
          <p:nvPr/>
        </p:nvSpPr>
        <p:spPr>
          <a:xfrm>
            <a:off x="136806" y="4526367"/>
            <a:ext cx="39814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小鱼飞到皮皮肩上。</a:t>
            </a:r>
          </a:p>
          <a:p>
            <a:endParaRPr lang="zh-CN" altLang="en-US" dirty="0"/>
          </a:p>
          <a:p>
            <a:r>
              <a:rPr lang="en-US" altLang="zh-CN" dirty="0"/>
              <a:t>"</a:t>
            </a:r>
            <a:r>
              <a:rPr lang="zh-CN" altLang="en-US" dirty="0"/>
              <a:t>你的奔跑打开了梦蝶世界。</a:t>
            </a:r>
            <a:r>
              <a:rPr lang="en-US" altLang="zh-CN" dirty="0"/>
              <a:t>"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“</a:t>
            </a:r>
            <a:r>
              <a:rPr lang="zh-CN" altLang="en-US" dirty="0"/>
              <a:t>想和我一起去探索吗？</a:t>
            </a:r>
            <a:r>
              <a:rPr lang="en-US" altLang="zh-CN" dirty="0"/>
              <a:t>"</a:t>
            </a:r>
          </a:p>
          <a:p>
            <a:endParaRPr lang="en-US" altLang="zh-CN" dirty="0"/>
          </a:p>
          <a:p>
            <a:r>
              <a:rPr lang="zh-CN" altLang="en-US" dirty="0"/>
              <a:t>皮皮笑了。</a:t>
            </a:r>
            <a:r>
              <a:rPr lang="en-US" altLang="zh-CN" dirty="0"/>
              <a:t>"</a:t>
            </a:r>
            <a:r>
              <a:rPr lang="zh-CN" altLang="en-US" dirty="0"/>
              <a:t>当然想！</a:t>
            </a:r>
            <a:r>
              <a:rPr lang="en-US" altLang="zh-CN" dirty="0"/>
              <a:t>"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6C6FD0-7D32-0503-23A6-0B24CD2AC666}"/>
              </a:ext>
            </a:extLst>
          </p:cNvPr>
          <p:cNvSpPr txBox="1"/>
          <p:nvPr/>
        </p:nvSpPr>
        <p:spPr>
          <a:xfrm>
            <a:off x="136806" y="4208090"/>
            <a:ext cx="398145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Xiǎo</a:t>
            </a:r>
            <a:r>
              <a:rPr lang="zh-CN" altLang="en-US" dirty="0"/>
              <a:t> </a:t>
            </a:r>
            <a:r>
              <a:rPr lang="en-US" dirty="0" err="1"/>
              <a:t>yú</a:t>
            </a:r>
            <a:r>
              <a:rPr lang="en-US" dirty="0"/>
              <a:t> </a:t>
            </a:r>
            <a:r>
              <a:rPr lang="en-US" dirty="0" err="1"/>
              <a:t>fēi</a:t>
            </a:r>
            <a:r>
              <a:rPr lang="en-US" dirty="0"/>
              <a:t> </a:t>
            </a:r>
            <a:r>
              <a:rPr lang="en-US" dirty="0" err="1"/>
              <a:t>dào</a:t>
            </a:r>
            <a:r>
              <a:rPr lang="en-US" dirty="0"/>
              <a:t> </a:t>
            </a:r>
            <a:r>
              <a:rPr lang="en-US" dirty="0" err="1"/>
              <a:t>Pípí</a:t>
            </a:r>
            <a:r>
              <a:rPr lang="en-US" dirty="0"/>
              <a:t> </a:t>
            </a:r>
            <a:r>
              <a:rPr lang="en-US" dirty="0" err="1"/>
              <a:t>jiān</a:t>
            </a:r>
            <a:r>
              <a:rPr lang="en-US" dirty="0"/>
              <a:t> </a:t>
            </a:r>
            <a:r>
              <a:rPr lang="en-US" dirty="0" err="1"/>
              <a:t>shàng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niǐ</a:t>
            </a:r>
            <a:r>
              <a:rPr lang="en-US" dirty="0"/>
              <a:t> de </a:t>
            </a:r>
            <a:r>
              <a:rPr lang="en-US" dirty="0" err="1"/>
              <a:t>bēn</a:t>
            </a:r>
            <a:r>
              <a:rPr lang="zh-CN" altLang="en-US" dirty="0"/>
              <a:t> </a:t>
            </a:r>
            <a:r>
              <a:rPr lang="en-US" dirty="0" err="1"/>
              <a:t>pǎo</a:t>
            </a:r>
            <a:r>
              <a:rPr lang="zh-CN" altLang="en-US" dirty="0"/>
              <a:t> </a:t>
            </a:r>
            <a:r>
              <a:rPr lang="en-US" dirty="0" err="1"/>
              <a:t>dǎ</a:t>
            </a:r>
            <a:r>
              <a:rPr lang="zh-CN" altLang="en-US" dirty="0"/>
              <a:t> </a:t>
            </a:r>
            <a:r>
              <a:rPr lang="en-US" dirty="0" err="1"/>
              <a:t>kāi</a:t>
            </a:r>
            <a:r>
              <a:rPr lang="en-US" dirty="0"/>
              <a:t> le Mèng</a:t>
            </a:r>
            <a:r>
              <a:rPr lang="zh-CN" altLang="en-US" dirty="0"/>
              <a:t> </a:t>
            </a:r>
            <a:r>
              <a:rPr lang="en-US" dirty="0" err="1"/>
              <a:t>dié</a:t>
            </a:r>
            <a:r>
              <a:rPr lang="en-US" dirty="0"/>
              <a:t> </a:t>
            </a:r>
            <a:r>
              <a:rPr lang="en-US" dirty="0" err="1"/>
              <a:t>Shì</a:t>
            </a:r>
            <a:r>
              <a:rPr lang="zh-CN" altLang="en-US" dirty="0"/>
              <a:t> </a:t>
            </a:r>
            <a:r>
              <a:rPr lang="en-US" dirty="0" err="1"/>
              <a:t>jiè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Xiǎng</a:t>
            </a:r>
            <a:r>
              <a:rPr lang="en-US" dirty="0"/>
              <a:t> </a:t>
            </a:r>
            <a:r>
              <a:rPr lang="en-US" dirty="0" err="1"/>
              <a:t>hé</a:t>
            </a:r>
            <a:r>
              <a:rPr lang="en-US" dirty="0"/>
              <a:t> </a:t>
            </a:r>
            <a:r>
              <a:rPr lang="en-US" dirty="0" err="1"/>
              <a:t>wǒ</a:t>
            </a:r>
            <a:r>
              <a:rPr lang="en-US" dirty="0"/>
              <a:t> </a:t>
            </a:r>
            <a:r>
              <a:rPr lang="en-US" dirty="0" err="1"/>
              <a:t>yì</a:t>
            </a:r>
            <a:r>
              <a:rPr lang="zh-CN" altLang="en-US" dirty="0"/>
              <a:t> </a:t>
            </a:r>
            <a:r>
              <a:rPr lang="en-US" dirty="0" err="1"/>
              <a:t>qǐ</a:t>
            </a:r>
            <a:r>
              <a:rPr lang="zh-CN" altLang="en-US" dirty="0"/>
              <a:t> </a:t>
            </a:r>
            <a:r>
              <a:rPr lang="en-US" dirty="0" err="1"/>
              <a:t>qù</a:t>
            </a:r>
            <a:r>
              <a:rPr lang="en-US" dirty="0"/>
              <a:t> </a:t>
            </a:r>
            <a:r>
              <a:rPr lang="en-US" dirty="0" err="1"/>
              <a:t>tàn</a:t>
            </a:r>
            <a:r>
              <a:rPr lang="zh-CN" altLang="en-US" dirty="0"/>
              <a:t> </a:t>
            </a:r>
            <a:r>
              <a:rPr lang="en-US" dirty="0" err="1"/>
              <a:t>suǒ</a:t>
            </a:r>
            <a:r>
              <a:rPr lang="en-US" dirty="0"/>
              <a:t> ma?”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Pípí</a:t>
            </a:r>
            <a:r>
              <a:rPr lang="en-US" dirty="0"/>
              <a:t> </a:t>
            </a:r>
            <a:r>
              <a:rPr lang="en-US" dirty="0" err="1"/>
              <a:t>xiào</a:t>
            </a:r>
            <a:r>
              <a:rPr lang="en-US" dirty="0"/>
              <a:t> le.</a:t>
            </a:r>
            <a:r>
              <a:rPr lang="zh-CN" altLang="en-US" dirty="0"/>
              <a:t> </a:t>
            </a:r>
            <a:r>
              <a:rPr lang="en-US" dirty="0"/>
              <a:t>“</a:t>
            </a:r>
            <a:r>
              <a:rPr lang="en-US" dirty="0" err="1"/>
              <a:t>Dāng</a:t>
            </a:r>
            <a:r>
              <a:rPr lang="zh-CN" altLang="en-US" dirty="0"/>
              <a:t> </a:t>
            </a:r>
            <a:r>
              <a:rPr lang="en-US" dirty="0" err="1"/>
              <a:t>rán</a:t>
            </a:r>
            <a:r>
              <a:rPr lang="en-US" dirty="0"/>
              <a:t> </a:t>
            </a:r>
            <a:r>
              <a:rPr lang="en-US" dirty="0" err="1"/>
              <a:t>xiǎng</a:t>
            </a:r>
            <a:r>
              <a:rPr lang="en-US" dirty="0"/>
              <a:t>!"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41A4D3-D4A8-2F4B-FC4F-729875BB2669}"/>
              </a:ext>
            </a:extLst>
          </p:cNvPr>
          <p:cNvSpPr txBox="1"/>
          <p:nvPr/>
        </p:nvSpPr>
        <p:spPr>
          <a:xfrm>
            <a:off x="400051" y="7223269"/>
            <a:ext cx="54998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Fish landed on Peter’s shoulder.</a:t>
            </a:r>
          </a:p>
          <a:p>
            <a:endParaRPr lang="en-US" dirty="0"/>
          </a:p>
          <a:p>
            <a:r>
              <a:rPr lang="en-US" dirty="0"/>
              <a:t>“Your fast run</a:t>
            </a:r>
            <a:r>
              <a:rPr lang="zh-CN" altLang="en-US" dirty="0"/>
              <a:t> </a:t>
            </a:r>
            <a:r>
              <a:rPr lang="en-US" dirty="0"/>
              <a:t>opened Dream Butterfly World."</a:t>
            </a:r>
          </a:p>
          <a:p>
            <a:endParaRPr lang="en-US" dirty="0"/>
          </a:p>
          <a:p>
            <a:r>
              <a:rPr lang="en-US" dirty="0"/>
              <a:t>“Would you like</a:t>
            </a:r>
            <a:r>
              <a:rPr lang="zh-CN" altLang="en-US" dirty="0"/>
              <a:t> </a:t>
            </a:r>
            <a:r>
              <a:rPr lang="en-US" dirty="0"/>
              <a:t>to explore it with me?"</a:t>
            </a:r>
          </a:p>
          <a:p>
            <a:endParaRPr lang="en-US" dirty="0"/>
          </a:p>
          <a:p>
            <a:r>
              <a:rPr lang="en-US" dirty="0"/>
              <a:t>Peter smiled.</a:t>
            </a:r>
            <a:r>
              <a:rPr lang="zh-CN" altLang="en-US" dirty="0"/>
              <a:t> </a:t>
            </a:r>
            <a:r>
              <a:rPr lang="en-US" dirty="0"/>
              <a:t>"Yes!"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2033902-6275-E6CE-B95F-06BA6EA6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08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AFD91-0D7C-FC4A-8AB2-33CA12BF8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18349AA-F482-F2B1-1CC6-515225BBD732}"/>
              </a:ext>
            </a:extLst>
          </p:cNvPr>
          <p:cNvSpPr txBox="1"/>
          <p:nvPr/>
        </p:nvSpPr>
        <p:spPr>
          <a:xfrm>
            <a:off x="317808" y="272851"/>
            <a:ext cx="342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梦蝶世界</a:t>
            </a:r>
            <a:r>
              <a:rPr lang="en-US" altLang="zh-CN" dirty="0"/>
              <a:t>(2)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BAA521-F240-E325-20B9-FD9C0035A5E0}"/>
              </a:ext>
            </a:extLst>
          </p:cNvPr>
          <p:cNvSpPr txBox="1"/>
          <p:nvPr/>
        </p:nvSpPr>
        <p:spPr>
          <a:xfrm>
            <a:off x="2032308" y="1708737"/>
            <a:ext cx="49983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皮皮和小鱼一起往前走。</a:t>
            </a:r>
          </a:p>
          <a:p>
            <a:endParaRPr lang="zh-CN" altLang="en-US" sz="2000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r>
              <a:rPr lang="zh-CN" altLang="en-US" sz="2000" dirty="0">
                <a:latin typeface="STKaiti" panose="02010600040101010101" pitchFamily="2" charset="-122"/>
                <a:ea typeface="STKaiti" panose="02010600040101010101" pitchFamily="2" charset="-122"/>
              </a:rPr>
              <a:t>远   处  有   高高    的山，还有  白白的云。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CAB396-9505-8689-68CB-CCB6422A6D30}"/>
              </a:ext>
            </a:extLst>
          </p:cNvPr>
          <p:cNvSpPr txBox="1"/>
          <p:nvPr/>
        </p:nvSpPr>
        <p:spPr>
          <a:xfrm>
            <a:off x="2056120" y="1433650"/>
            <a:ext cx="480188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pí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pí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hé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xiǎo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yú</a:t>
            </a:r>
            <a:r>
              <a:rPr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yì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qǐ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wǎng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qián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zǒu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yuǎn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chù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yǒu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gāo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gāo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shān</a:t>
            </a:r>
            <a:r>
              <a:rPr lang="zh-CN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hái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yǒu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bái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bái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yún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6A6F4C-55BD-D400-D170-8F18800BDBC1}"/>
              </a:ext>
            </a:extLst>
          </p:cNvPr>
          <p:cNvSpPr txBox="1"/>
          <p:nvPr/>
        </p:nvSpPr>
        <p:spPr>
          <a:xfrm>
            <a:off x="4040987" y="3102281"/>
            <a:ext cx="28170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harm" pitchFamily="2" charset="-34"/>
                <a:cs typeface="Charm" pitchFamily="2" charset="-34"/>
              </a:rPr>
              <a:t>Peter and Fish walked on.</a:t>
            </a:r>
          </a:p>
          <a:p>
            <a:endParaRPr lang="en-US" dirty="0">
              <a:latin typeface="Charm" pitchFamily="2" charset="-34"/>
              <a:cs typeface="Charm" pitchFamily="2" charset="-34"/>
            </a:endParaRPr>
          </a:p>
          <a:p>
            <a:r>
              <a:rPr lang="en-US" dirty="0">
                <a:latin typeface="Charm" pitchFamily="2" charset="-34"/>
                <a:cs typeface="Charm" pitchFamily="2" charset="-34"/>
              </a:rPr>
              <a:t>There were tall mountains</a:t>
            </a:r>
            <a:r>
              <a:rPr lang="zh-CN" altLang="en-US" dirty="0">
                <a:latin typeface="Charm" pitchFamily="2" charset="-34"/>
                <a:cs typeface="Charm" pitchFamily="2" charset="-34"/>
              </a:rPr>
              <a:t> </a:t>
            </a:r>
            <a:r>
              <a:rPr lang="en-US" dirty="0">
                <a:latin typeface="Charm" pitchFamily="2" charset="-34"/>
                <a:cs typeface="Charm" pitchFamily="2" charset="-34"/>
              </a:rPr>
              <a:t>and white clouds ahead.</a:t>
            </a:r>
          </a:p>
          <a:p>
            <a:endParaRPr lang="en-US" dirty="0">
              <a:latin typeface="Charm" pitchFamily="2" charset="-34"/>
              <a:cs typeface="Charm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C4FB7D-BEB6-D860-FC98-FD142A323DB5}"/>
              </a:ext>
            </a:extLst>
          </p:cNvPr>
          <p:cNvSpPr txBox="1"/>
          <p:nvPr/>
        </p:nvSpPr>
        <p:spPr>
          <a:xfrm>
            <a:off x="317808" y="5630792"/>
            <a:ext cx="59532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en-US" altLang="zh-CN" dirty="0"/>
              <a:t>   </a:t>
            </a:r>
            <a:r>
              <a:rPr lang="zh-CN" altLang="en-US" dirty="0"/>
              <a:t>走着走着，</a:t>
            </a:r>
            <a:r>
              <a:rPr lang="en-US" altLang="zh-CN" dirty="0"/>
              <a:t> </a:t>
            </a:r>
            <a:r>
              <a:rPr lang="zh-CN" altLang="en-US" dirty="0"/>
              <a:t>皮皮忽然停下。</a:t>
            </a:r>
          </a:p>
          <a:p>
            <a:endParaRPr lang="zh-CN" altLang="en-US" dirty="0"/>
          </a:p>
          <a:p>
            <a:r>
              <a:rPr lang="zh-CN" altLang="en-US" dirty="0"/>
              <a:t>“爸爸</a:t>
            </a:r>
            <a:r>
              <a:rPr lang="en-US" altLang="zh-CN" dirty="0"/>
              <a:t> </a:t>
            </a:r>
            <a:r>
              <a:rPr lang="zh-CN" altLang="en-US" dirty="0"/>
              <a:t>妈妈</a:t>
            </a:r>
            <a:r>
              <a:rPr lang="en-US" altLang="zh-CN" dirty="0"/>
              <a:t>  </a:t>
            </a:r>
            <a:r>
              <a:rPr lang="zh-CN" altLang="en-US" dirty="0"/>
              <a:t>找</a:t>
            </a:r>
            <a:r>
              <a:rPr lang="en-US" altLang="zh-CN" dirty="0"/>
              <a:t>  </a:t>
            </a:r>
            <a:r>
              <a:rPr lang="zh-CN" altLang="en-US" dirty="0"/>
              <a:t>不</a:t>
            </a:r>
            <a:r>
              <a:rPr lang="en-US" altLang="zh-CN" dirty="0"/>
              <a:t> </a:t>
            </a:r>
            <a:r>
              <a:rPr lang="zh-CN" altLang="en-US" dirty="0"/>
              <a:t>到</a:t>
            </a:r>
            <a:r>
              <a:rPr lang="en-US" altLang="zh-CN" dirty="0"/>
              <a:t> </a:t>
            </a:r>
            <a:r>
              <a:rPr lang="zh-CN" altLang="en-US" dirty="0"/>
              <a:t>我，会不会很着急？”</a:t>
            </a:r>
          </a:p>
          <a:p>
            <a:endParaRPr lang="zh-CN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AE3F1C-A8F1-DC86-077E-6562C3476952}"/>
              </a:ext>
            </a:extLst>
          </p:cNvPr>
          <p:cNvSpPr txBox="1"/>
          <p:nvPr/>
        </p:nvSpPr>
        <p:spPr>
          <a:xfrm>
            <a:off x="433252" y="5326392"/>
            <a:ext cx="5953261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zǒu</a:t>
            </a:r>
            <a:r>
              <a:rPr lang="en-US" dirty="0"/>
              <a:t> </a:t>
            </a:r>
            <a:r>
              <a:rPr lang="en-US" dirty="0" err="1"/>
              <a:t>zhe</a:t>
            </a:r>
            <a:r>
              <a:rPr lang="en-US" dirty="0"/>
              <a:t> </a:t>
            </a:r>
            <a:r>
              <a:rPr lang="en-US" dirty="0" err="1"/>
              <a:t>zǒu</a:t>
            </a:r>
            <a:r>
              <a:rPr lang="en-US" dirty="0"/>
              <a:t> </a:t>
            </a:r>
            <a:r>
              <a:rPr lang="en-US" dirty="0" err="1"/>
              <a:t>zhe</a:t>
            </a:r>
            <a:r>
              <a:rPr lang="zh-CN" alt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hū</a:t>
            </a:r>
            <a:r>
              <a:rPr lang="en-US" dirty="0"/>
              <a:t> </a:t>
            </a:r>
            <a:r>
              <a:rPr lang="en-US" dirty="0" err="1"/>
              <a:t>rán</a:t>
            </a:r>
            <a:r>
              <a:rPr lang="en-US" dirty="0"/>
              <a:t> </a:t>
            </a:r>
            <a:r>
              <a:rPr lang="en-US" dirty="0" err="1"/>
              <a:t>tíng</a:t>
            </a:r>
            <a:r>
              <a:rPr lang="en-US" dirty="0"/>
              <a:t> </a:t>
            </a:r>
            <a:r>
              <a:rPr lang="en-US" dirty="0" err="1"/>
              <a:t>xià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bà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mā</a:t>
            </a:r>
            <a:r>
              <a:rPr lang="en-US" dirty="0"/>
              <a:t> ma </a:t>
            </a:r>
            <a:r>
              <a:rPr lang="en-US" dirty="0" err="1"/>
              <a:t>zhǎo</a:t>
            </a:r>
            <a:r>
              <a:rPr lang="en-US" dirty="0"/>
              <a:t> </a:t>
            </a:r>
            <a:r>
              <a:rPr lang="en-US" dirty="0" err="1"/>
              <a:t>bú</a:t>
            </a:r>
            <a:r>
              <a:rPr lang="en-US" dirty="0"/>
              <a:t> </a:t>
            </a:r>
            <a:r>
              <a:rPr lang="en-US" dirty="0" err="1"/>
              <a:t>dào</a:t>
            </a:r>
            <a:r>
              <a:rPr lang="en-US" dirty="0"/>
              <a:t> </a:t>
            </a:r>
            <a:r>
              <a:rPr lang="en-US" dirty="0" err="1"/>
              <a:t>wǒ</a:t>
            </a:r>
            <a:r>
              <a:rPr lang="zh-CN" altLang="en-US" dirty="0"/>
              <a:t> </a:t>
            </a:r>
            <a:r>
              <a:rPr lang="en-US" dirty="0" err="1"/>
              <a:t>huì</a:t>
            </a:r>
            <a:r>
              <a:rPr lang="en-US" dirty="0"/>
              <a:t> </a:t>
            </a:r>
            <a:r>
              <a:rPr lang="en-US" dirty="0" err="1"/>
              <a:t>bú</a:t>
            </a:r>
            <a:r>
              <a:rPr lang="en-US" dirty="0"/>
              <a:t> </a:t>
            </a:r>
            <a:r>
              <a:rPr lang="en-US" dirty="0" err="1"/>
              <a:t>huì</a:t>
            </a:r>
            <a:r>
              <a:rPr lang="en-US" dirty="0"/>
              <a:t> </a:t>
            </a:r>
            <a:r>
              <a:rPr lang="en-US" dirty="0" err="1"/>
              <a:t>hěn</a:t>
            </a:r>
            <a:r>
              <a:rPr lang="en-US" dirty="0"/>
              <a:t> </a:t>
            </a:r>
            <a:r>
              <a:rPr lang="en-US" dirty="0" err="1"/>
              <a:t>zháo</a:t>
            </a:r>
            <a:r>
              <a:rPr lang="en-US" dirty="0"/>
              <a:t> </a:t>
            </a:r>
            <a:r>
              <a:rPr lang="en-US" dirty="0" err="1"/>
              <a:t>jí</a:t>
            </a:r>
            <a:endParaRPr lang="en-US" dirty="0"/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D9BA1E-117D-12B2-153C-89ED482C822C}"/>
              </a:ext>
            </a:extLst>
          </p:cNvPr>
          <p:cNvSpPr txBox="1"/>
          <p:nvPr/>
        </p:nvSpPr>
        <p:spPr>
          <a:xfrm>
            <a:off x="564363" y="7181601"/>
            <a:ext cx="3476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r>
              <a:rPr lang="en-US" dirty="0">
                <a:latin typeface="Charm" pitchFamily="2" charset="-34"/>
                <a:cs typeface="Charm" pitchFamily="2" charset="-34"/>
              </a:rPr>
              <a:t>Peter stopped.</a:t>
            </a:r>
          </a:p>
          <a:p>
            <a:endParaRPr lang="en-US" dirty="0">
              <a:latin typeface="Charm" pitchFamily="2" charset="-34"/>
              <a:cs typeface="Charm" pitchFamily="2" charset="-34"/>
            </a:endParaRPr>
          </a:p>
          <a:p>
            <a:r>
              <a:rPr lang="en-US" dirty="0">
                <a:latin typeface="Charm" pitchFamily="2" charset="-34"/>
                <a:cs typeface="Charm" pitchFamily="2" charset="-34"/>
              </a:rPr>
              <a:t>“Will Mom and Dad be worried </a:t>
            </a:r>
            <a:r>
              <a:rPr lang="en-US" dirty="0" err="1">
                <a:latin typeface="Charm" pitchFamily="2" charset="-34"/>
                <a:cs typeface="Charm" pitchFamily="2" charset="-34"/>
              </a:rPr>
              <a:t>ecause</a:t>
            </a:r>
            <a:r>
              <a:rPr lang="en-US" dirty="0">
                <a:latin typeface="Charm" pitchFamily="2" charset="-34"/>
                <a:cs typeface="Charm" pitchFamily="2" charset="-34"/>
              </a:rPr>
              <a:t> I am gone?”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81FDCBD-AABE-6487-9325-97647420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48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FC86F-6D50-FA3F-C2B5-1CE3B8642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3258A38-820F-0C3D-6F8C-296C2C25178F}"/>
              </a:ext>
            </a:extLst>
          </p:cNvPr>
          <p:cNvSpPr txBox="1"/>
          <p:nvPr/>
        </p:nvSpPr>
        <p:spPr>
          <a:xfrm>
            <a:off x="2440070" y="1107358"/>
            <a:ext cx="4792684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小鱼笑着说：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“别担心。来到这里的，只是你的梦。”</a:t>
            </a:r>
          </a:p>
          <a:p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C16DAA-A90A-9639-727F-297872DE323A}"/>
              </a:ext>
            </a:extLst>
          </p:cNvPr>
          <p:cNvSpPr txBox="1"/>
          <p:nvPr/>
        </p:nvSpPr>
        <p:spPr>
          <a:xfrm>
            <a:off x="2440070" y="797403"/>
            <a:ext cx="5137068" cy="1246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yú</a:t>
            </a:r>
            <a:r>
              <a:rPr lang="en-US" dirty="0"/>
              <a:t> </a:t>
            </a:r>
            <a:r>
              <a:rPr lang="en-US" dirty="0" err="1"/>
              <a:t>xiào</a:t>
            </a:r>
            <a:r>
              <a:rPr lang="en-US" dirty="0"/>
              <a:t> </a:t>
            </a:r>
            <a:r>
              <a:rPr lang="en-US" dirty="0" err="1"/>
              <a:t>zhe</a:t>
            </a:r>
            <a:r>
              <a:rPr lang="en-US" dirty="0"/>
              <a:t> </a:t>
            </a:r>
            <a:r>
              <a:rPr lang="en-US" dirty="0" err="1"/>
              <a:t>shuō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bié</a:t>
            </a:r>
            <a:r>
              <a:rPr lang="en-US" dirty="0"/>
              <a:t> </a:t>
            </a:r>
            <a:r>
              <a:rPr lang="en-US" dirty="0" err="1"/>
              <a:t>dān</a:t>
            </a:r>
            <a:r>
              <a:rPr lang="en-US" dirty="0"/>
              <a:t> </a:t>
            </a:r>
            <a:r>
              <a:rPr lang="en-US" dirty="0" err="1"/>
              <a:t>xīn</a:t>
            </a:r>
            <a:r>
              <a:rPr lang="en-US" dirty="0"/>
              <a:t> </a:t>
            </a:r>
            <a:r>
              <a:rPr lang="en-US" dirty="0" err="1"/>
              <a:t>lái</a:t>
            </a:r>
            <a:r>
              <a:rPr lang="en-US" dirty="0"/>
              <a:t> </a:t>
            </a:r>
            <a:r>
              <a:rPr lang="en-US" dirty="0" err="1"/>
              <a:t>dào</a:t>
            </a:r>
            <a:r>
              <a:rPr lang="en-US" dirty="0"/>
              <a:t> </a:t>
            </a:r>
            <a:r>
              <a:rPr lang="en-US" dirty="0" err="1"/>
              <a:t>zhè</a:t>
            </a:r>
            <a:r>
              <a:rPr lang="en-US" dirty="0"/>
              <a:t> </a:t>
            </a:r>
            <a:r>
              <a:rPr lang="en-US" dirty="0" err="1"/>
              <a:t>lǐ</a:t>
            </a:r>
            <a:r>
              <a:rPr lang="en-US" dirty="0"/>
              <a:t> de </a:t>
            </a:r>
            <a:r>
              <a:rPr lang="en-US" dirty="0" err="1"/>
              <a:t>zhǐ</a:t>
            </a:r>
            <a:r>
              <a:rPr lang="en-US" dirty="0"/>
              <a:t> </a:t>
            </a:r>
            <a:r>
              <a:rPr lang="en-US" dirty="0" err="1"/>
              <a:t>shì</a:t>
            </a:r>
            <a:r>
              <a:rPr lang="en-US" dirty="0"/>
              <a:t> </a:t>
            </a:r>
            <a:r>
              <a:rPr lang="en-US" dirty="0" err="1"/>
              <a:t>nǐ</a:t>
            </a:r>
            <a:r>
              <a:rPr lang="en-US" dirty="0"/>
              <a:t> de </a:t>
            </a:r>
            <a:r>
              <a:rPr lang="en-US" dirty="0" err="1"/>
              <a:t>mèng</a:t>
            </a:r>
            <a:endParaRPr lang="en-US" dirty="0"/>
          </a:p>
          <a:p>
            <a:endParaRPr lang="en-US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8CC407-4FDE-9228-72A5-FD184D701287}"/>
              </a:ext>
            </a:extLst>
          </p:cNvPr>
          <p:cNvSpPr txBox="1"/>
          <p:nvPr/>
        </p:nvSpPr>
        <p:spPr>
          <a:xfrm>
            <a:off x="4017818" y="2374849"/>
            <a:ext cx="28401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Fish smiled.</a:t>
            </a:r>
          </a:p>
          <a:p>
            <a:endParaRPr lang="en-US" dirty="0"/>
          </a:p>
          <a:p>
            <a:r>
              <a:rPr lang="en-US" dirty="0"/>
              <a:t>“Don’t worry. Only your dream is here.”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21A057-2E1E-D59D-249D-DCF42C83FE27}"/>
              </a:ext>
            </a:extLst>
          </p:cNvPr>
          <p:cNvSpPr txBox="1"/>
          <p:nvPr/>
        </p:nvSpPr>
        <p:spPr>
          <a:xfrm>
            <a:off x="477920" y="4531628"/>
            <a:ext cx="39243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“闭上眼睛，想一想。”</a:t>
            </a:r>
          </a:p>
          <a:p>
            <a:endParaRPr lang="zh-CN" altLang="en-US" dirty="0"/>
          </a:p>
          <a:p>
            <a:r>
              <a:rPr lang="zh-CN" altLang="en-US" dirty="0"/>
              <a:t>皮皮轻轻闭上眼。</a:t>
            </a:r>
          </a:p>
          <a:p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41AB81-8CA1-C16F-546B-5D61F44C4ABA}"/>
              </a:ext>
            </a:extLst>
          </p:cNvPr>
          <p:cNvSpPr txBox="1"/>
          <p:nvPr/>
        </p:nvSpPr>
        <p:spPr>
          <a:xfrm>
            <a:off x="477920" y="4273183"/>
            <a:ext cx="513706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bì</a:t>
            </a:r>
            <a:r>
              <a:rPr lang="en-US" dirty="0"/>
              <a:t> </a:t>
            </a:r>
            <a:r>
              <a:rPr lang="en-US" dirty="0" err="1"/>
              <a:t>shàng</a:t>
            </a:r>
            <a:r>
              <a:rPr lang="en-US" dirty="0"/>
              <a:t> </a:t>
            </a:r>
            <a:r>
              <a:rPr lang="en-US" dirty="0" err="1"/>
              <a:t>yǎn</a:t>
            </a:r>
            <a:r>
              <a:rPr lang="en-US" dirty="0"/>
              <a:t> </a:t>
            </a:r>
            <a:r>
              <a:rPr lang="en-US" dirty="0" err="1"/>
              <a:t>jing</a:t>
            </a:r>
            <a:r>
              <a:rPr lang="en-US" dirty="0"/>
              <a:t> </a:t>
            </a:r>
            <a:r>
              <a:rPr lang="en-US" dirty="0" err="1"/>
              <a:t>xiǎng</a:t>
            </a:r>
            <a:r>
              <a:rPr lang="en-US" dirty="0"/>
              <a:t> </a:t>
            </a:r>
            <a:r>
              <a:rPr lang="en-US" dirty="0" err="1"/>
              <a:t>yì</a:t>
            </a:r>
            <a:r>
              <a:rPr lang="en-US" dirty="0"/>
              <a:t> </a:t>
            </a:r>
            <a:r>
              <a:rPr lang="en-US" dirty="0" err="1"/>
              <a:t>xiǎng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qīng</a:t>
            </a:r>
            <a:r>
              <a:rPr lang="en-US" dirty="0"/>
              <a:t> </a:t>
            </a:r>
            <a:r>
              <a:rPr lang="en-US" dirty="0" err="1"/>
              <a:t>qīng</a:t>
            </a:r>
            <a:r>
              <a:rPr lang="en-US" dirty="0"/>
              <a:t> </a:t>
            </a:r>
            <a:r>
              <a:rPr lang="en-US" dirty="0" err="1"/>
              <a:t>bì</a:t>
            </a:r>
            <a:r>
              <a:rPr lang="en-US" dirty="0"/>
              <a:t> </a:t>
            </a:r>
            <a:r>
              <a:rPr lang="en-US" dirty="0" err="1"/>
              <a:t>shàng</a:t>
            </a:r>
            <a:r>
              <a:rPr lang="en-US" dirty="0"/>
              <a:t> </a:t>
            </a:r>
            <a:r>
              <a:rPr lang="en-US" dirty="0" err="1"/>
              <a:t>yǎn</a:t>
            </a:r>
            <a:endParaRPr lang="en-US" dirty="0"/>
          </a:p>
          <a:p>
            <a:endParaRPr lang="en-US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02468F-115D-DDB2-DB3E-EFFBC0F0C33B}"/>
              </a:ext>
            </a:extLst>
          </p:cNvPr>
          <p:cNvSpPr txBox="1"/>
          <p:nvPr/>
        </p:nvSpPr>
        <p:spPr>
          <a:xfrm>
            <a:off x="246413" y="6548634"/>
            <a:ext cx="3924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“Close your eyes,” said Fish. “Think.”</a:t>
            </a:r>
          </a:p>
          <a:p>
            <a:endParaRPr lang="en-US" dirty="0"/>
          </a:p>
          <a:p>
            <a:r>
              <a:rPr lang="en-US" dirty="0"/>
              <a:t>Peter gently closed his eyes.</a:t>
            </a:r>
          </a:p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9E9E29D-5E66-BFA7-21E1-2D077813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96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EFC0-9F3B-8E8A-067B-05589B6B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AA17704-AA1E-9A9C-3A46-4BF0D764C7A4}"/>
              </a:ext>
            </a:extLst>
          </p:cNvPr>
          <p:cNvSpPr txBox="1"/>
          <p:nvPr/>
        </p:nvSpPr>
        <p:spPr>
          <a:xfrm>
            <a:off x="3128963" y="1266023"/>
            <a:ext cx="3429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皮皮看见，自己赢了比赛。</a:t>
            </a:r>
          </a:p>
          <a:p>
            <a:endParaRPr lang="zh-CN" altLang="en-US" dirty="0"/>
          </a:p>
          <a:p>
            <a:r>
              <a:rPr lang="zh-CN" altLang="en-US" dirty="0"/>
              <a:t>爸爸笑着，把他举得高高的。</a:t>
            </a:r>
          </a:p>
          <a:p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1EFB32-7643-24AB-1CF4-6A28117A5413}"/>
              </a:ext>
            </a:extLst>
          </p:cNvPr>
          <p:cNvSpPr txBox="1"/>
          <p:nvPr/>
        </p:nvSpPr>
        <p:spPr>
          <a:xfrm>
            <a:off x="3171826" y="939749"/>
            <a:ext cx="368617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kàn</a:t>
            </a:r>
            <a:r>
              <a:rPr lang="en-US" dirty="0"/>
              <a:t> </a:t>
            </a:r>
            <a:r>
              <a:rPr lang="en-US" dirty="0" err="1"/>
              <a:t>jiàn</a:t>
            </a:r>
            <a:r>
              <a:rPr lang="en-US" dirty="0"/>
              <a:t> </a:t>
            </a:r>
            <a:r>
              <a:rPr lang="en-US" dirty="0" err="1"/>
              <a:t>zì</a:t>
            </a:r>
            <a:r>
              <a:rPr lang="en-US" dirty="0"/>
              <a:t> </a:t>
            </a:r>
            <a:r>
              <a:rPr lang="en-US" dirty="0" err="1"/>
              <a:t>jǐ</a:t>
            </a:r>
            <a:r>
              <a:rPr lang="en-US" dirty="0"/>
              <a:t> </a:t>
            </a:r>
            <a:r>
              <a:rPr lang="en-US" dirty="0" err="1"/>
              <a:t>yíng</a:t>
            </a:r>
            <a:r>
              <a:rPr lang="en-US" dirty="0"/>
              <a:t> le </a:t>
            </a:r>
            <a:r>
              <a:rPr lang="en-US" dirty="0" err="1"/>
              <a:t>bǐ</a:t>
            </a:r>
            <a:r>
              <a:rPr lang="en-US" dirty="0"/>
              <a:t> </a:t>
            </a:r>
            <a:r>
              <a:rPr lang="en-US" dirty="0" err="1"/>
              <a:t>sài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bà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xiào</a:t>
            </a:r>
            <a:r>
              <a:rPr lang="en-US" dirty="0"/>
              <a:t> </a:t>
            </a:r>
            <a:r>
              <a:rPr lang="en-US" dirty="0" err="1"/>
              <a:t>zhe</a:t>
            </a:r>
            <a:r>
              <a:rPr lang="en-US" dirty="0"/>
              <a:t> </a:t>
            </a:r>
            <a:r>
              <a:rPr lang="en-US" dirty="0" err="1"/>
              <a:t>bǎ</a:t>
            </a:r>
            <a:r>
              <a:rPr lang="en-US" dirty="0"/>
              <a:t> </a:t>
            </a:r>
            <a:r>
              <a:rPr lang="en-US" dirty="0" err="1"/>
              <a:t>tā</a:t>
            </a:r>
            <a:r>
              <a:rPr lang="en-US" dirty="0"/>
              <a:t> </a:t>
            </a:r>
            <a:r>
              <a:rPr lang="en-US" dirty="0" err="1"/>
              <a:t>jǔ</a:t>
            </a:r>
            <a:r>
              <a:rPr lang="en-US" dirty="0"/>
              <a:t> de </a:t>
            </a:r>
            <a:r>
              <a:rPr lang="en-US" dirty="0" err="1"/>
              <a:t>gāo</a:t>
            </a:r>
            <a:r>
              <a:rPr lang="en-US" dirty="0"/>
              <a:t> </a:t>
            </a:r>
            <a:r>
              <a:rPr lang="en-US" dirty="0" err="1"/>
              <a:t>gāo</a:t>
            </a:r>
            <a:r>
              <a:rPr lang="en-US" dirty="0"/>
              <a:t> de</a:t>
            </a:r>
          </a:p>
          <a:p>
            <a:endParaRPr lang="en-US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25216-28FF-1BE6-AC2D-7D86C33892B3}"/>
              </a:ext>
            </a:extLst>
          </p:cNvPr>
          <p:cNvSpPr txBox="1"/>
          <p:nvPr/>
        </p:nvSpPr>
        <p:spPr>
          <a:xfrm>
            <a:off x="3588327" y="2462573"/>
            <a:ext cx="32696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Peter saw himself win the race.</a:t>
            </a:r>
          </a:p>
          <a:p>
            <a:endParaRPr lang="en-US" dirty="0"/>
          </a:p>
          <a:p>
            <a:r>
              <a:rPr lang="en-US" dirty="0"/>
              <a:t>Dad smiled and lifted him</a:t>
            </a:r>
          </a:p>
          <a:p>
            <a:endParaRPr lang="en-US" dirty="0"/>
          </a:p>
          <a:p>
            <a:r>
              <a:rPr lang="en-US" dirty="0"/>
              <a:t>high into the air.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0542DC-959C-BF49-B0C0-AA7153EC462C}"/>
              </a:ext>
            </a:extLst>
          </p:cNvPr>
          <p:cNvSpPr txBox="1"/>
          <p:nvPr/>
        </p:nvSpPr>
        <p:spPr>
          <a:xfrm>
            <a:off x="236948" y="5500328"/>
            <a:ext cx="39147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皮皮放心了。</a:t>
            </a:r>
          </a:p>
          <a:p>
            <a:endParaRPr lang="zh-CN" altLang="en-US" dirty="0"/>
          </a:p>
          <a:p>
            <a:r>
              <a:rPr lang="zh-CN" altLang="en-US" dirty="0"/>
              <a:t>“我们现在要去哪里？”</a:t>
            </a:r>
          </a:p>
          <a:p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B352EF-D90A-B25B-5647-277AD62ED013}"/>
              </a:ext>
            </a:extLst>
          </p:cNvPr>
          <p:cNvSpPr txBox="1"/>
          <p:nvPr/>
        </p:nvSpPr>
        <p:spPr>
          <a:xfrm>
            <a:off x="278513" y="5196330"/>
            <a:ext cx="391477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fàng</a:t>
            </a:r>
            <a:r>
              <a:rPr lang="en-US" dirty="0"/>
              <a:t> </a:t>
            </a:r>
            <a:r>
              <a:rPr lang="en-US" dirty="0" err="1"/>
              <a:t>xīn</a:t>
            </a:r>
            <a:r>
              <a:rPr lang="en-US" dirty="0"/>
              <a:t> le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wǒ</a:t>
            </a:r>
            <a:r>
              <a:rPr lang="en-US" dirty="0"/>
              <a:t> men </a:t>
            </a:r>
            <a:r>
              <a:rPr lang="en-US" dirty="0" err="1"/>
              <a:t>xiàn</a:t>
            </a:r>
            <a:r>
              <a:rPr lang="en-US" dirty="0"/>
              <a:t> </a:t>
            </a:r>
            <a:r>
              <a:rPr lang="en-US" dirty="0" err="1"/>
              <a:t>zài</a:t>
            </a:r>
            <a:r>
              <a:rPr lang="en-US" dirty="0"/>
              <a:t> </a:t>
            </a:r>
            <a:r>
              <a:rPr lang="en-US" dirty="0" err="1"/>
              <a:t>yào</a:t>
            </a:r>
            <a:r>
              <a:rPr lang="en-US" dirty="0"/>
              <a:t> </a:t>
            </a:r>
            <a:r>
              <a:rPr lang="en-US" dirty="0" err="1"/>
              <a:t>qù</a:t>
            </a:r>
            <a:r>
              <a:rPr lang="en-US" dirty="0"/>
              <a:t> </a:t>
            </a:r>
            <a:r>
              <a:rPr lang="en-US" dirty="0" err="1"/>
              <a:t>nǎ</a:t>
            </a:r>
            <a:r>
              <a:rPr lang="en-US" dirty="0"/>
              <a:t> </a:t>
            </a:r>
            <a:r>
              <a:rPr lang="en-US" dirty="0" err="1"/>
              <a:t>lǐ</a:t>
            </a:r>
            <a:endParaRPr lang="en-US" dirty="0"/>
          </a:p>
          <a:p>
            <a:endParaRPr lang="en-US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1FB4AB-4388-C275-A58B-EA38DF305BD0}"/>
              </a:ext>
            </a:extLst>
          </p:cNvPr>
          <p:cNvSpPr txBox="1"/>
          <p:nvPr/>
        </p:nvSpPr>
        <p:spPr>
          <a:xfrm>
            <a:off x="488495" y="7422257"/>
            <a:ext cx="39147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Peter felt better.</a:t>
            </a:r>
          </a:p>
          <a:p>
            <a:endParaRPr lang="en-US" dirty="0"/>
          </a:p>
          <a:p>
            <a:r>
              <a:rPr lang="en-US" dirty="0"/>
              <a:t>“Where are we going now?”</a:t>
            </a:r>
          </a:p>
          <a:p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2B9BB948-8BFE-134F-4548-3B14284E5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1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2D569-C9F7-7F62-D27A-4612652AC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D9E2D4-55CA-ACBA-1E07-601C91FC87EA}"/>
              </a:ext>
            </a:extLst>
          </p:cNvPr>
          <p:cNvSpPr txBox="1"/>
          <p:nvPr/>
        </p:nvSpPr>
        <p:spPr>
          <a:xfrm>
            <a:off x="3431950" y="808664"/>
            <a:ext cx="48629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小鱼挥挥尾巴。</a:t>
            </a:r>
          </a:p>
          <a:p>
            <a:endParaRPr lang="zh-CN" altLang="en-US" dirty="0"/>
          </a:p>
          <a:p>
            <a:r>
              <a:rPr lang="zh-CN" altLang="en-US" dirty="0"/>
              <a:t>“去见我的好朋友！”</a:t>
            </a:r>
          </a:p>
          <a:p>
            <a:endParaRPr lang="zh-CN" altLang="en-US" dirty="0"/>
          </a:p>
          <a:p>
            <a:r>
              <a:rPr lang="zh-CN" altLang="en-US" dirty="0"/>
              <a:t>“太好了！”皮皮高兴地说。</a:t>
            </a:r>
          </a:p>
          <a:p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A91884-A67A-E0C3-8DDB-2EFF03B6DEB9}"/>
              </a:ext>
            </a:extLst>
          </p:cNvPr>
          <p:cNvSpPr txBox="1"/>
          <p:nvPr/>
        </p:nvSpPr>
        <p:spPr>
          <a:xfrm>
            <a:off x="3492645" y="451958"/>
            <a:ext cx="57757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yú</a:t>
            </a:r>
            <a:r>
              <a:rPr lang="en-US" dirty="0"/>
              <a:t> </a:t>
            </a:r>
            <a:r>
              <a:rPr lang="en-US" dirty="0" err="1"/>
              <a:t>huī</a:t>
            </a:r>
            <a:r>
              <a:rPr lang="en-US" dirty="0"/>
              <a:t> </a:t>
            </a:r>
            <a:r>
              <a:rPr lang="en-US" dirty="0" err="1"/>
              <a:t>huī</a:t>
            </a:r>
            <a:r>
              <a:rPr lang="en-US" dirty="0"/>
              <a:t> </a:t>
            </a:r>
            <a:r>
              <a:rPr lang="en-US" dirty="0" err="1"/>
              <a:t>wěi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qù</a:t>
            </a:r>
            <a:r>
              <a:rPr lang="en-US" dirty="0"/>
              <a:t> </a:t>
            </a:r>
            <a:r>
              <a:rPr lang="en-US" dirty="0" err="1"/>
              <a:t>jiàn</a:t>
            </a:r>
            <a:r>
              <a:rPr lang="en-US" dirty="0"/>
              <a:t> </a:t>
            </a:r>
            <a:r>
              <a:rPr lang="en-US" dirty="0" err="1"/>
              <a:t>wǒ</a:t>
            </a:r>
            <a:r>
              <a:rPr lang="en-US" dirty="0"/>
              <a:t> de </a:t>
            </a:r>
            <a:r>
              <a:rPr lang="en-US" dirty="0" err="1"/>
              <a:t>hǎo</a:t>
            </a:r>
            <a:r>
              <a:rPr lang="en-US" dirty="0"/>
              <a:t> </a:t>
            </a:r>
            <a:r>
              <a:rPr lang="en-US" dirty="0" err="1"/>
              <a:t>péng</a:t>
            </a:r>
            <a:r>
              <a:rPr lang="en-US" dirty="0"/>
              <a:t> you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hǎo</a:t>
            </a:r>
            <a:r>
              <a:rPr lang="en-US" dirty="0"/>
              <a:t> le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gāo</a:t>
            </a:r>
            <a:r>
              <a:rPr lang="en-US" dirty="0"/>
              <a:t> </a:t>
            </a:r>
            <a:r>
              <a:rPr lang="en-US" dirty="0" err="1"/>
              <a:t>xìng</a:t>
            </a:r>
            <a:r>
              <a:rPr lang="en-US" dirty="0"/>
              <a:t> de </a:t>
            </a:r>
            <a:r>
              <a:rPr lang="en-US" dirty="0" err="1"/>
              <a:t>shuō</a:t>
            </a:r>
            <a:endParaRPr lang="en-US" dirty="0"/>
          </a:p>
          <a:p>
            <a:endParaRPr lang="en-US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02D92B-CE8C-18EF-CC9B-A3DDAC1986D6}"/>
              </a:ext>
            </a:extLst>
          </p:cNvPr>
          <p:cNvSpPr txBox="1"/>
          <p:nvPr/>
        </p:nvSpPr>
        <p:spPr>
          <a:xfrm>
            <a:off x="3492645" y="2562375"/>
            <a:ext cx="31738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Fish waved its tail.</a:t>
            </a:r>
          </a:p>
          <a:p>
            <a:endParaRPr lang="en-US" dirty="0"/>
          </a:p>
          <a:p>
            <a:r>
              <a:rPr lang="en-US" dirty="0"/>
              <a:t>“We are going to meet my friend!”</a:t>
            </a:r>
          </a:p>
          <a:p>
            <a:endParaRPr lang="en-US" dirty="0"/>
          </a:p>
          <a:p>
            <a:r>
              <a:rPr lang="en-US" dirty="0"/>
              <a:t>“Great!” said Peter.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279363-E3A5-FE7A-4A5A-2D3CAD4029CD}"/>
              </a:ext>
            </a:extLst>
          </p:cNvPr>
          <p:cNvSpPr txBox="1"/>
          <p:nvPr/>
        </p:nvSpPr>
        <p:spPr>
          <a:xfrm>
            <a:off x="232063" y="5052276"/>
            <a:ext cx="39814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他们翻过山坡，又走过山岗。</a:t>
            </a:r>
          </a:p>
          <a:p>
            <a:endParaRPr lang="zh-CN" altLang="en-US" dirty="0"/>
          </a:p>
          <a:p>
            <a:r>
              <a:rPr lang="zh-CN" altLang="en-US" dirty="0"/>
              <a:t>忽然，一片大湖出</a:t>
            </a:r>
            <a:r>
              <a:rPr lang="en-US" altLang="zh-CN" dirty="0"/>
              <a:t> </a:t>
            </a:r>
            <a:r>
              <a:rPr lang="zh-CN" altLang="en-US" dirty="0"/>
              <a:t>现</a:t>
            </a:r>
            <a:r>
              <a:rPr lang="en-US" altLang="zh-CN" dirty="0"/>
              <a:t> </a:t>
            </a:r>
            <a:r>
              <a:rPr lang="zh-CN" altLang="en-US" dirty="0"/>
              <a:t>在</a:t>
            </a:r>
            <a:r>
              <a:rPr lang="en-US" altLang="zh-CN" dirty="0"/>
              <a:t> </a:t>
            </a:r>
            <a:r>
              <a:rPr lang="zh-CN" altLang="en-US" dirty="0"/>
              <a:t>眼</a:t>
            </a:r>
            <a:r>
              <a:rPr lang="en-US" altLang="zh-CN" dirty="0"/>
              <a:t> </a:t>
            </a:r>
            <a:r>
              <a:rPr lang="zh-CN" altLang="en-US" dirty="0"/>
              <a:t>前。</a:t>
            </a:r>
          </a:p>
          <a:p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53C169-2C21-9DA6-823C-C4BFAE36B4BF}"/>
              </a:ext>
            </a:extLst>
          </p:cNvPr>
          <p:cNvSpPr txBox="1"/>
          <p:nvPr/>
        </p:nvSpPr>
        <p:spPr>
          <a:xfrm>
            <a:off x="245918" y="4709425"/>
            <a:ext cx="5256847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tā</a:t>
            </a:r>
            <a:r>
              <a:rPr lang="en-US" dirty="0"/>
              <a:t> men </a:t>
            </a:r>
            <a:r>
              <a:rPr lang="en-US" dirty="0" err="1"/>
              <a:t>fān</a:t>
            </a:r>
            <a:r>
              <a:rPr lang="en-US" dirty="0"/>
              <a:t> </a:t>
            </a:r>
            <a:r>
              <a:rPr lang="en-US" dirty="0" err="1"/>
              <a:t>guò</a:t>
            </a:r>
            <a:r>
              <a:rPr lang="en-US" dirty="0"/>
              <a:t> </a:t>
            </a:r>
            <a:r>
              <a:rPr lang="en-US" dirty="0" err="1"/>
              <a:t>shān</a:t>
            </a:r>
            <a:r>
              <a:rPr lang="en-US" dirty="0"/>
              <a:t> </a:t>
            </a:r>
            <a:r>
              <a:rPr lang="en-US" dirty="0" err="1"/>
              <a:t>pō</a:t>
            </a:r>
            <a:r>
              <a:rPr lang="en-US" dirty="0"/>
              <a:t> </a:t>
            </a:r>
            <a:r>
              <a:rPr lang="en-US" dirty="0" err="1"/>
              <a:t>yòu</a:t>
            </a:r>
            <a:r>
              <a:rPr lang="en-US" dirty="0"/>
              <a:t> </a:t>
            </a:r>
            <a:r>
              <a:rPr lang="en-US" dirty="0" err="1"/>
              <a:t>zǒu</a:t>
            </a:r>
            <a:r>
              <a:rPr lang="en-US" dirty="0"/>
              <a:t> </a:t>
            </a:r>
            <a:r>
              <a:rPr lang="en-US" dirty="0" err="1"/>
              <a:t>guò</a:t>
            </a:r>
            <a:r>
              <a:rPr lang="en-US" dirty="0"/>
              <a:t> </a:t>
            </a:r>
            <a:r>
              <a:rPr lang="en-US" dirty="0" err="1"/>
              <a:t>shān</a:t>
            </a:r>
            <a:r>
              <a:rPr lang="en-US" dirty="0"/>
              <a:t> </a:t>
            </a:r>
            <a:r>
              <a:rPr lang="en-US" dirty="0" err="1"/>
              <a:t>gǎng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hū</a:t>
            </a:r>
            <a:r>
              <a:rPr lang="en-US" dirty="0"/>
              <a:t> </a:t>
            </a:r>
            <a:r>
              <a:rPr lang="en-US" dirty="0" err="1"/>
              <a:t>rán</a:t>
            </a:r>
            <a:r>
              <a:rPr lang="en-US" dirty="0"/>
              <a:t> </a:t>
            </a:r>
            <a:r>
              <a:rPr lang="en-US" dirty="0" err="1"/>
              <a:t>yí</a:t>
            </a:r>
            <a:r>
              <a:rPr lang="en-US" dirty="0"/>
              <a:t> </a:t>
            </a:r>
            <a:r>
              <a:rPr lang="en-US" dirty="0" err="1"/>
              <a:t>piàn</a:t>
            </a:r>
            <a:r>
              <a:rPr lang="en-US" dirty="0"/>
              <a:t> </a:t>
            </a:r>
            <a:r>
              <a:rPr lang="en-US" dirty="0" err="1"/>
              <a:t>dà</a:t>
            </a:r>
            <a:r>
              <a:rPr lang="en-US" dirty="0"/>
              <a:t> </a:t>
            </a:r>
            <a:r>
              <a:rPr lang="en-US" dirty="0" err="1"/>
              <a:t>hú</a:t>
            </a:r>
            <a:r>
              <a:rPr lang="en-US" dirty="0"/>
              <a:t> </a:t>
            </a:r>
            <a:r>
              <a:rPr lang="en-US" dirty="0" err="1"/>
              <a:t>chū</a:t>
            </a:r>
            <a:r>
              <a:rPr lang="en-US" dirty="0"/>
              <a:t> </a:t>
            </a:r>
            <a:r>
              <a:rPr lang="en-US" dirty="0" err="1"/>
              <a:t>xiàn</a:t>
            </a:r>
            <a:r>
              <a:rPr lang="en-US" dirty="0"/>
              <a:t> </a:t>
            </a:r>
            <a:r>
              <a:rPr lang="en-US" dirty="0" err="1"/>
              <a:t>zài</a:t>
            </a:r>
            <a:r>
              <a:rPr lang="en-US" dirty="0"/>
              <a:t> </a:t>
            </a:r>
            <a:r>
              <a:rPr lang="en-US" dirty="0" err="1"/>
              <a:t>yǎn</a:t>
            </a:r>
            <a:r>
              <a:rPr lang="en-US" dirty="0"/>
              <a:t> </a:t>
            </a:r>
            <a:r>
              <a:rPr lang="en-US" dirty="0" err="1"/>
              <a:t>qián</a:t>
            </a:r>
            <a:endParaRPr lang="en-US" dirty="0"/>
          </a:p>
          <a:p>
            <a:endParaRPr lang="en-US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377C0-5A94-6A2E-B408-9219ADC49D97}"/>
              </a:ext>
            </a:extLst>
          </p:cNvPr>
          <p:cNvSpPr txBox="1"/>
          <p:nvPr/>
        </p:nvSpPr>
        <p:spPr>
          <a:xfrm>
            <a:off x="444991" y="6954889"/>
            <a:ext cx="39814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They crossed a hill.</a:t>
            </a:r>
          </a:p>
          <a:p>
            <a:endParaRPr lang="en-US" dirty="0"/>
          </a:p>
          <a:p>
            <a:r>
              <a:rPr lang="en-US" dirty="0"/>
              <a:t>Then another.</a:t>
            </a:r>
          </a:p>
          <a:p>
            <a:endParaRPr lang="en-US" dirty="0"/>
          </a:p>
          <a:p>
            <a:r>
              <a:rPr lang="en-US" dirty="0"/>
              <a:t>Suddenly, a huge lake appeared.</a:t>
            </a:r>
          </a:p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47E973E-3502-53A7-9236-55C94898D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34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8F06D-D709-0697-4556-8EA6F398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67B9BA-2064-6CA9-B71E-77D9B25253D7}"/>
              </a:ext>
            </a:extLst>
          </p:cNvPr>
          <p:cNvSpPr txBox="1"/>
          <p:nvPr/>
        </p:nvSpPr>
        <p:spPr>
          <a:xfrm>
            <a:off x="2567852" y="1048958"/>
            <a:ext cx="444731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“哇！”皮皮睁大眼睛。</a:t>
            </a:r>
          </a:p>
          <a:p>
            <a:endParaRPr lang="zh-CN" altLang="en-US" dirty="0"/>
          </a:p>
          <a:p>
            <a:r>
              <a:rPr lang="zh-CN" altLang="en-US" dirty="0"/>
              <a:t>“这个湖比我家的湖大好多呀！”</a:t>
            </a:r>
          </a:p>
          <a:p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EEC41-84E3-B038-3C23-5A337E048188}"/>
              </a:ext>
            </a:extLst>
          </p:cNvPr>
          <p:cNvSpPr txBox="1"/>
          <p:nvPr/>
        </p:nvSpPr>
        <p:spPr>
          <a:xfrm>
            <a:off x="2671763" y="721264"/>
            <a:ext cx="4343399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Wā</a:t>
            </a:r>
            <a:r>
              <a:rPr lang="zh-CN" alt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zhēng</a:t>
            </a:r>
            <a:r>
              <a:rPr lang="en-US" dirty="0"/>
              <a:t> </a:t>
            </a:r>
            <a:r>
              <a:rPr lang="en-US" dirty="0" err="1"/>
              <a:t>dà</a:t>
            </a:r>
            <a:r>
              <a:rPr lang="en-US" dirty="0"/>
              <a:t> </a:t>
            </a:r>
            <a:r>
              <a:rPr lang="en-US" dirty="0" err="1"/>
              <a:t>yǎn</a:t>
            </a:r>
            <a:r>
              <a:rPr lang="en-US" dirty="0"/>
              <a:t> </a:t>
            </a:r>
            <a:r>
              <a:rPr lang="en-US" dirty="0" err="1"/>
              <a:t>jing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zhè</a:t>
            </a:r>
            <a:r>
              <a:rPr lang="en-US" dirty="0"/>
              <a:t> </a:t>
            </a:r>
            <a:r>
              <a:rPr lang="en-US" dirty="0" err="1"/>
              <a:t>ge</a:t>
            </a:r>
            <a:r>
              <a:rPr lang="en-US" dirty="0"/>
              <a:t> </a:t>
            </a:r>
            <a:r>
              <a:rPr lang="en-US" dirty="0" err="1"/>
              <a:t>hú</a:t>
            </a:r>
            <a:r>
              <a:rPr lang="zh-CN" altLang="en-US" dirty="0"/>
              <a:t> </a:t>
            </a:r>
            <a:r>
              <a:rPr lang="en-US" dirty="0" err="1"/>
              <a:t>bǐ</a:t>
            </a:r>
            <a:r>
              <a:rPr lang="en-US" dirty="0"/>
              <a:t> </a:t>
            </a:r>
            <a:r>
              <a:rPr lang="en-US" dirty="0" err="1"/>
              <a:t>wǒ</a:t>
            </a:r>
            <a:r>
              <a:rPr lang="en-US" dirty="0"/>
              <a:t> </a:t>
            </a:r>
            <a:r>
              <a:rPr lang="en-US" dirty="0" err="1"/>
              <a:t>jiā</a:t>
            </a:r>
            <a:r>
              <a:rPr lang="en-US" dirty="0"/>
              <a:t> de </a:t>
            </a:r>
            <a:r>
              <a:rPr lang="en-US" dirty="0" err="1"/>
              <a:t>hú</a:t>
            </a:r>
            <a:r>
              <a:rPr lang="en-US" dirty="0"/>
              <a:t> </a:t>
            </a:r>
            <a:r>
              <a:rPr lang="en-US" dirty="0" err="1"/>
              <a:t>dà</a:t>
            </a:r>
            <a:r>
              <a:rPr lang="en-US" dirty="0"/>
              <a:t> </a:t>
            </a:r>
            <a:r>
              <a:rPr lang="en-US" dirty="0" err="1"/>
              <a:t>hǎo</a:t>
            </a:r>
            <a:r>
              <a:rPr lang="en-US" dirty="0"/>
              <a:t> </a:t>
            </a:r>
            <a:r>
              <a:rPr lang="en-US" dirty="0" err="1"/>
              <a:t>duō</a:t>
            </a:r>
            <a:r>
              <a:rPr lang="en-US" dirty="0"/>
              <a:t> </a:t>
            </a:r>
            <a:r>
              <a:rPr lang="en-US" dirty="0" err="1"/>
              <a:t>ya</a:t>
            </a:r>
            <a:endParaRPr lang="en-US" dirty="0"/>
          </a:p>
          <a:p>
            <a:endParaRPr lang="en-US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966C21-47DD-7EC0-A1F9-8DBD8BB2DEB2}"/>
              </a:ext>
            </a:extLst>
          </p:cNvPr>
          <p:cNvSpPr txBox="1"/>
          <p:nvPr/>
        </p:nvSpPr>
        <p:spPr>
          <a:xfrm>
            <a:off x="2390776" y="2424485"/>
            <a:ext cx="44473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“Wow!”</a:t>
            </a:r>
            <a:r>
              <a:rPr lang="zh-CN" altLang="en-US" dirty="0"/>
              <a:t> </a:t>
            </a:r>
            <a:r>
              <a:rPr lang="en-US" dirty="0"/>
              <a:t>Peter opened his eyes wide.</a:t>
            </a:r>
          </a:p>
          <a:p>
            <a:endParaRPr lang="en-US" dirty="0"/>
          </a:p>
          <a:p>
            <a:r>
              <a:rPr lang="en-US" dirty="0"/>
              <a:t>“This lake is much bigger</a:t>
            </a:r>
            <a:r>
              <a:rPr lang="zh-CN" altLang="en-US" dirty="0"/>
              <a:t> </a:t>
            </a:r>
            <a:r>
              <a:rPr lang="en-US" dirty="0"/>
              <a:t>than the one at home!”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0574C5-A308-A871-C0D1-4DCF6A2985E9}"/>
              </a:ext>
            </a:extLst>
          </p:cNvPr>
          <p:cNvSpPr txBox="1"/>
          <p:nvPr/>
        </p:nvSpPr>
        <p:spPr>
          <a:xfrm>
            <a:off x="437718" y="4161108"/>
            <a:ext cx="39814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lang="zh-CN" altLang="en-US" dirty="0"/>
              <a:t>“你的朋友呢？”皮皮问。</a:t>
            </a:r>
          </a:p>
          <a:p>
            <a:endParaRPr lang="zh-CN" altLang="en-US" dirty="0"/>
          </a:p>
          <a:p>
            <a:r>
              <a:rPr lang="zh-CN" altLang="en-US" dirty="0"/>
              <a:t>小鱼眨眨眼，</a:t>
            </a:r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伸出毛绒绒的小爪子，</a:t>
            </a:r>
          </a:p>
          <a:p>
            <a:endParaRPr lang="zh-CN" altLang="en-US" dirty="0"/>
          </a:p>
          <a:p>
            <a:r>
              <a:rPr lang="zh-CN" altLang="en-US" dirty="0"/>
              <a:t>轻轻指向湖面</a:t>
            </a:r>
            <a:r>
              <a:rPr lang="en-US" altLang="zh-CN" dirty="0"/>
              <a:t>……</a:t>
            </a:r>
          </a:p>
          <a:p>
            <a:endParaRPr lang="en-US" altLang="zh-C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B27F01-91F0-EFCD-CF72-42ED9047E566}"/>
              </a:ext>
            </a:extLst>
          </p:cNvPr>
          <p:cNvSpPr txBox="1"/>
          <p:nvPr/>
        </p:nvSpPr>
        <p:spPr>
          <a:xfrm>
            <a:off x="465428" y="3819355"/>
            <a:ext cx="39814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nǐ</a:t>
            </a:r>
            <a:r>
              <a:rPr lang="en-US" dirty="0"/>
              <a:t> de </a:t>
            </a:r>
            <a:r>
              <a:rPr lang="en-US" dirty="0" err="1"/>
              <a:t>péng</a:t>
            </a:r>
            <a:r>
              <a:rPr lang="en-US" dirty="0"/>
              <a:t> you ne</a:t>
            </a:r>
            <a:r>
              <a:rPr lang="zh-CN" alt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pí</a:t>
            </a:r>
            <a:r>
              <a:rPr lang="en-US" dirty="0"/>
              <a:t> </a:t>
            </a:r>
            <a:r>
              <a:rPr lang="en-US" dirty="0" err="1"/>
              <a:t>wèn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yú</a:t>
            </a:r>
            <a:r>
              <a:rPr lang="en-US" dirty="0"/>
              <a:t> </a:t>
            </a:r>
            <a:r>
              <a:rPr lang="en-US" dirty="0" err="1"/>
              <a:t>zhǎ</a:t>
            </a:r>
            <a:r>
              <a:rPr lang="en-US" dirty="0"/>
              <a:t> </a:t>
            </a:r>
            <a:r>
              <a:rPr lang="en-US" dirty="0" err="1"/>
              <a:t>zhǎ</a:t>
            </a:r>
            <a:r>
              <a:rPr lang="en-US" dirty="0"/>
              <a:t> </a:t>
            </a:r>
            <a:r>
              <a:rPr lang="en-US" dirty="0" err="1"/>
              <a:t>yǎn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shēn</a:t>
            </a:r>
            <a:r>
              <a:rPr lang="en-US" dirty="0"/>
              <a:t> </a:t>
            </a:r>
            <a:r>
              <a:rPr lang="en-US" dirty="0" err="1"/>
              <a:t>chū</a:t>
            </a:r>
            <a:r>
              <a:rPr lang="en-US" dirty="0"/>
              <a:t> </a:t>
            </a:r>
            <a:r>
              <a:rPr lang="en-US" dirty="0" err="1"/>
              <a:t>máo</a:t>
            </a:r>
            <a:r>
              <a:rPr lang="en-US" dirty="0"/>
              <a:t> </a:t>
            </a:r>
            <a:r>
              <a:rPr lang="en-US" dirty="0" err="1"/>
              <a:t>róng</a:t>
            </a:r>
            <a:r>
              <a:rPr lang="en-US" dirty="0"/>
              <a:t> </a:t>
            </a:r>
            <a:r>
              <a:rPr lang="en-US" dirty="0" err="1"/>
              <a:t>róng</a:t>
            </a:r>
            <a:r>
              <a:rPr lang="en-US" dirty="0"/>
              <a:t> de </a:t>
            </a:r>
            <a:r>
              <a:rPr lang="en-US" dirty="0" err="1"/>
              <a:t>xiǎo</a:t>
            </a:r>
            <a:r>
              <a:rPr lang="en-US" dirty="0"/>
              <a:t> </a:t>
            </a:r>
            <a:r>
              <a:rPr lang="en-US" dirty="0" err="1"/>
              <a:t>zhuǎ</a:t>
            </a:r>
            <a:r>
              <a:rPr lang="en-US" dirty="0"/>
              <a:t> zi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qīng</a:t>
            </a:r>
            <a:r>
              <a:rPr lang="en-US" dirty="0"/>
              <a:t> </a:t>
            </a:r>
            <a:r>
              <a:rPr lang="en-US" dirty="0" err="1"/>
              <a:t>qīng</a:t>
            </a:r>
            <a:r>
              <a:rPr lang="en-US" dirty="0"/>
              <a:t> </a:t>
            </a:r>
            <a:r>
              <a:rPr lang="en-US" dirty="0" err="1"/>
              <a:t>zhǐ</a:t>
            </a:r>
            <a:r>
              <a:rPr lang="en-US" dirty="0"/>
              <a:t> </a:t>
            </a:r>
            <a:r>
              <a:rPr lang="en-US" dirty="0" err="1"/>
              <a:t>xiàng</a:t>
            </a:r>
            <a:r>
              <a:rPr lang="en-US" dirty="0"/>
              <a:t> </a:t>
            </a:r>
            <a:r>
              <a:rPr lang="en-US" dirty="0" err="1"/>
              <a:t>hú</a:t>
            </a:r>
            <a:r>
              <a:rPr lang="en-US" dirty="0"/>
              <a:t> </a:t>
            </a:r>
            <a:r>
              <a:rPr lang="en-US" dirty="0" err="1"/>
              <a:t>miàn</a:t>
            </a:r>
            <a:endParaRPr lang="en-US" dirty="0"/>
          </a:p>
          <a:p>
            <a:endParaRPr lang="en-US" dirty="0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8110FD-F2DB-94A1-7960-C5C29DB0CE39}"/>
              </a:ext>
            </a:extLst>
          </p:cNvPr>
          <p:cNvSpPr txBox="1"/>
          <p:nvPr/>
        </p:nvSpPr>
        <p:spPr>
          <a:xfrm>
            <a:off x="437718" y="7769733"/>
            <a:ext cx="54998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r>
              <a:rPr lang="en-US" dirty="0"/>
              <a:t>“Where is your friend?” asked Peter.</a:t>
            </a:r>
          </a:p>
          <a:p>
            <a:endParaRPr lang="en-US" dirty="0"/>
          </a:p>
          <a:p>
            <a:r>
              <a:rPr lang="en-US" dirty="0"/>
              <a:t>Fish blinked, lifted a fluffy paw,</a:t>
            </a:r>
          </a:p>
          <a:p>
            <a:endParaRPr lang="en-US" dirty="0"/>
          </a:p>
          <a:p>
            <a:r>
              <a:rPr lang="en-US" dirty="0"/>
              <a:t>and pointed at the lake...</a:t>
            </a:r>
          </a:p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E3597DB-F790-7E40-340A-CF7C183B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41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FE3867F-2309-694A-0A22-7FD09CE6A714}"/>
              </a:ext>
            </a:extLst>
          </p:cNvPr>
          <p:cNvSpPr txBox="1"/>
          <p:nvPr/>
        </p:nvSpPr>
        <p:spPr>
          <a:xfrm>
            <a:off x="411480" y="32004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r>
              <a:rPr dirty="0" err="1"/>
              <a:t>梦蝶世界</a:t>
            </a:r>
            <a:r>
              <a:rPr dirty="0"/>
              <a:t>(3)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AC234C-C4CE-CD16-DAF0-45C5E083BFA6}"/>
              </a:ext>
            </a:extLst>
          </p:cNvPr>
          <p:cNvSpPr txBox="1"/>
          <p:nvPr/>
        </p:nvSpPr>
        <p:spPr>
          <a:xfrm>
            <a:off x="4253341" y="1366428"/>
            <a:ext cx="2604659" cy="155734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皮皮眨了眨眼</a:t>
            </a:r>
            <a:r>
              <a:rPr sz="2000" b="0" dirty="0">
                <a:latin typeface="STKaiti"/>
              </a:rPr>
              <a:t>。</a:t>
            </a: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1" dirty="0">
              <a:latin typeface="STKaiti" panose="02010600040101010101" pitchFamily="2" charset="-122"/>
              <a:ea typeface="STKaiti" panose="02010600040101010101" pitchFamily="2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湖</a:t>
            </a:r>
            <a:r>
              <a:rPr lang="zh-CN" alt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面</a:t>
            </a:r>
            <a:r>
              <a:rPr lang="zh-CN" alt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平</a:t>
            </a:r>
            <a:r>
              <a:rPr lang="zh-CN" alt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平</a:t>
            </a:r>
            <a:r>
              <a:rPr lang="zh-CN" alt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静</a:t>
            </a:r>
            <a:r>
              <a:rPr lang="zh-CN" altLang="en-US" sz="2000" b="0" dirty="0">
                <a:latin typeface="STKaiti"/>
              </a:rPr>
              <a:t> </a:t>
            </a:r>
            <a:r>
              <a:rPr sz="2000" b="0" dirty="0" err="1">
                <a:latin typeface="STKaiti"/>
              </a:rPr>
              <a:t>静</a:t>
            </a:r>
            <a:r>
              <a:rPr sz="2000" b="0" dirty="0">
                <a:latin typeface="STKait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什么也没有</a:t>
            </a:r>
            <a:r>
              <a:rPr sz="2000" b="0" dirty="0">
                <a:latin typeface="STKaiti"/>
              </a:rPr>
              <a:t>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C2E02A-8F71-BAEB-B8B4-0F33EFB1A6AE}"/>
              </a:ext>
            </a:extLst>
          </p:cNvPr>
          <p:cNvSpPr txBox="1"/>
          <p:nvPr/>
        </p:nvSpPr>
        <p:spPr>
          <a:xfrm>
            <a:off x="4267200" y="1032423"/>
            <a:ext cx="2410691" cy="163429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zhǎ</a:t>
            </a:r>
            <a:r>
              <a:rPr sz="1500" b="0" dirty="0">
                <a:latin typeface="Arial"/>
              </a:rPr>
              <a:t> le </a:t>
            </a:r>
            <a:r>
              <a:rPr sz="1500" b="0" dirty="0" err="1">
                <a:latin typeface="Arial"/>
              </a:rPr>
              <a:t>zhǎ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yǎn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dirty="0">
              <a:latin typeface="Arial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hú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miàn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jìng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jìng</a:t>
            </a: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shén</a:t>
            </a:r>
            <a:r>
              <a:rPr sz="1500" b="0" dirty="0">
                <a:latin typeface="Arial"/>
              </a:rPr>
              <a:t> me </a:t>
            </a:r>
            <a:r>
              <a:rPr sz="1500" b="0" dirty="0" err="1">
                <a:latin typeface="Arial"/>
              </a:rPr>
              <a:t>yě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méi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yǒu</a:t>
            </a:r>
            <a:endParaRPr sz="1500" b="0" dirty="0">
              <a:latin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D60E0C-E0F2-27B2-577A-D6364D34F296}"/>
              </a:ext>
            </a:extLst>
          </p:cNvPr>
          <p:cNvSpPr txBox="1"/>
          <p:nvPr/>
        </p:nvSpPr>
        <p:spPr>
          <a:xfrm>
            <a:off x="4558146" y="3222110"/>
            <a:ext cx="5897880" cy="9875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Peter blinked.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The lake was calm.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There was nothing there.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234A49-57AA-38D0-0545-AAD1387B1536}"/>
              </a:ext>
            </a:extLst>
          </p:cNvPr>
          <p:cNvSpPr txBox="1"/>
          <p:nvPr/>
        </p:nvSpPr>
        <p:spPr>
          <a:xfrm>
            <a:off x="526468" y="5136059"/>
            <a:ext cx="5897880" cy="155734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皮皮看向小鱼</a:t>
            </a:r>
            <a:r>
              <a:rPr sz="2000" b="0" dirty="0">
                <a:latin typeface="STKaiti"/>
              </a:rPr>
              <a:t>。</a:t>
            </a:r>
            <a:endParaRPr lang="en-US" dirty="0"/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小鱼跳到湖边</a:t>
            </a:r>
            <a:r>
              <a:rPr sz="2000" b="0" dirty="0">
                <a:latin typeface="STKaiti"/>
              </a:rPr>
              <a:t>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把小爪子轻轻放进湖水里</a:t>
            </a:r>
            <a:r>
              <a:rPr sz="2000" b="0" dirty="0">
                <a:latin typeface="STKaiti"/>
              </a:rPr>
              <a:t>。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8A0D63-3A9C-EC21-C559-FC139AEA2068}"/>
              </a:ext>
            </a:extLst>
          </p:cNvPr>
          <p:cNvSpPr txBox="1"/>
          <p:nvPr/>
        </p:nvSpPr>
        <p:spPr>
          <a:xfrm>
            <a:off x="511230" y="4814450"/>
            <a:ext cx="5897880" cy="163429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kàn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xiàng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xiǎo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yú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/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xiǎo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tiào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dào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hú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biān</a:t>
            </a: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bǎ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xiǎo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zhuǎ</a:t>
            </a:r>
            <a:r>
              <a:rPr sz="1500" b="0" dirty="0">
                <a:latin typeface="Arial"/>
              </a:rPr>
              <a:t> zi</a:t>
            </a:r>
            <a:r>
              <a:rPr lang="zh-CN" alt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fàng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jìn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hú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shuǐ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lǐ</a:t>
            </a:r>
            <a:endParaRPr sz="1500" b="0" dirty="0"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D9BDEA-EF35-41A6-8C1F-DE294F01D0E6}"/>
              </a:ext>
            </a:extLst>
          </p:cNvPr>
          <p:cNvSpPr txBox="1"/>
          <p:nvPr/>
        </p:nvSpPr>
        <p:spPr>
          <a:xfrm>
            <a:off x="594360" y="7105816"/>
            <a:ext cx="5897880" cy="84946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Abadi" panose="020B0604020104020204" pitchFamily="34" charset="77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Peter looked at Fish.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Fish hopped to the lake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and dipped a tiny paw</a:t>
            </a:r>
            <a:r>
              <a:rPr lang="zh-CN" altLang="en-US" sz="1800" b="0" dirty="0">
                <a:latin typeface="Charm"/>
              </a:rPr>
              <a:t> </a:t>
            </a:r>
            <a:r>
              <a:rPr sz="1800" b="0" dirty="0">
                <a:latin typeface="Charm"/>
              </a:rPr>
              <a:t>into the water.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83E7F8-6267-1380-D3B4-77982918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16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A726ED4-7599-7E41-D366-862C17CDB9B6}"/>
              </a:ext>
            </a:extLst>
          </p:cNvPr>
          <p:cNvSpPr txBox="1"/>
          <p:nvPr/>
        </p:nvSpPr>
        <p:spPr>
          <a:xfrm>
            <a:off x="3515590" y="1085129"/>
            <a:ext cx="5897880" cy="155734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小鱼站了起来</a:t>
            </a:r>
            <a:r>
              <a:rPr sz="2000" b="0" dirty="0">
                <a:latin typeface="STKait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两只前爪轻轻一合</a:t>
            </a:r>
            <a:r>
              <a:rPr sz="2000" b="0" dirty="0">
                <a:latin typeface="STKaiti"/>
              </a:rPr>
              <a:t>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又转了一圈</a:t>
            </a:r>
            <a:r>
              <a:rPr sz="2000" b="0" dirty="0">
                <a:latin typeface="STKaiti"/>
              </a:rPr>
              <a:t>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014E69-BDBD-55EC-AC83-3BA795832B1B}"/>
              </a:ext>
            </a:extLst>
          </p:cNvPr>
          <p:cNvSpPr txBox="1"/>
          <p:nvPr/>
        </p:nvSpPr>
        <p:spPr>
          <a:xfrm>
            <a:off x="3543300" y="738575"/>
            <a:ext cx="5897880" cy="163429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xiǎo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zhàn</a:t>
            </a:r>
            <a:r>
              <a:rPr sz="1500" b="0" dirty="0">
                <a:latin typeface="Arial"/>
              </a:rPr>
              <a:t> le </a:t>
            </a:r>
            <a:r>
              <a:rPr sz="1500" b="0" dirty="0" err="1">
                <a:latin typeface="Arial"/>
              </a:rPr>
              <a:t>qǐ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lái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liǎng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zhī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qián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zhuǎ</a:t>
            </a:r>
            <a:r>
              <a:rPr lang="zh-CN" altLang="en-US" sz="1500" b="0" dirty="0">
                <a:latin typeface="Arial"/>
              </a:rPr>
              <a:t> </a:t>
            </a:r>
            <a:r>
              <a:rPr lang="en-US" altLang="zh-CN" sz="1500" b="0" dirty="0" err="1">
                <a:latin typeface="Arial"/>
              </a:rPr>
              <a:t>q</a:t>
            </a:r>
            <a:r>
              <a:rPr sz="1500" b="0" dirty="0" err="1">
                <a:latin typeface="Arial"/>
              </a:rPr>
              <a:t>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yì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hé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yòu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zhuàn</a:t>
            </a:r>
            <a:r>
              <a:rPr sz="1500" b="0" dirty="0">
                <a:latin typeface="Arial"/>
              </a:rPr>
              <a:t> le </a:t>
            </a:r>
            <a:r>
              <a:rPr sz="1500" b="0" dirty="0" err="1">
                <a:latin typeface="Arial"/>
              </a:rPr>
              <a:t>yì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quān</a:t>
            </a:r>
            <a:endParaRPr sz="1500" b="0" dirty="0"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25ED5-DA48-3AF2-529E-598BCD3FE754}"/>
              </a:ext>
            </a:extLst>
          </p:cNvPr>
          <p:cNvSpPr txBox="1"/>
          <p:nvPr/>
        </p:nvSpPr>
        <p:spPr>
          <a:xfrm>
            <a:off x="3515590" y="2990020"/>
            <a:ext cx="5897880" cy="9875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Fish stood up.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Its little front paws came together,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then turned in a circle.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4B906F-9184-4BCC-5021-74E3CB5873F5}"/>
              </a:ext>
            </a:extLst>
          </p:cNvPr>
          <p:cNvSpPr txBox="1"/>
          <p:nvPr/>
        </p:nvSpPr>
        <p:spPr>
          <a:xfrm>
            <a:off x="457200" y="4800600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小鱼飞到皮皮面前</a:t>
            </a:r>
            <a:r>
              <a:rPr sz="2000" b="0" dirty="0">
                <a:latin typeface="STKaiti"/>
              </a:rPr>
              <a:t>。</a:t>
            </a: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它</a:t>
            </a:r>
            <a:r>
              <a:rPr lang="en-US" sz="2000" b="0" dirty="0">
                <a:latin typeface="STKaiti"/>
              </a:rPr>
              <a:t> </a:t>
            </a:r>
            <a:r>
              <a:rPr sz="2000" b="0" dirty="0" err="1">
                <a:latin typeface="STKaiti"/>
              </a:rPr>
              <a:t>伸</a:t>
            </a:r>
            <a:r>
              <a:rPr 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出</a:t>
            </a:r>
            <a:r>
              <a:rPr 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右</a:t>
            </a:r>
            <a:r>
              <a:rPr 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爪，轻</a:t>
            </a:r>
            <a:r>
              <a:rPr 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轻</a:t>
            </a:r>
            <a:r>
              <a:rPr 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点</a:t>
            </a:r>
            <a:r>
              <a:rPr lang="en-US" sz="2000" b="0" dirty="0">
                <a:latin typeface="STKaiti"/>
              </a:rPr>
              <a:t>  </a:t>
            </a:r>
            <a:r>
              <a:rPr sz="2000" b="0" dirty="0" err="1">
                <a:latin typeface="STKaiti"/>
              </a:rPr>
              <a:t>了一下皮皮的眉心</a:t>
            </a:r>
            <a:r>
              <a:rPr sz="2000" b="0" dirty="0">
                <a:latin typeface="STKaiti"/>
              </a:rPr>
              <a:t>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0573F1-9508-A580-3264-0D43B012290A}"/>
              </a:ext>
            </a:extLst>
          </p:cNvPr>
          <p:cNvSpPr txBox="1"/>
          <p:nvPr/>
        </p:nvSpPr>
        <p:spPr>
          <a:xfrm>
            <a:off x="457200" y="4482102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xiǎo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fēi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dào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miàn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qián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tā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shēn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chū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yòu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zhuǎ</a:t>
            </a:r>
            <a:r>
              <a:rPr lang="en-US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diǎn</a:t>
            </a:r>
            <a:r>
              <a:rPr sz="1500" b="0" dirty="0">
                <a:latin typeface="Arial"/>
              </a:rPr>
              <a:t> le </a:t>
            </a:r>
            <a:r>
              <a:rPr sz="1500" b="0" dirty="0" err="1">
                <a:latin typeface="Arial"/>
              </a:rPr>
              <a:t>yí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xià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de </a:t>
            </a:r>
            <a:r>
              <a:rPr sz="1500" b="0" dirty="0" err="1">
                <a:latin typeface="Arial"/>
              </a:rPr>
              <a:t>méi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xīn</a:t>
            </a:r>
            <a:endParaRPr sz="1500" b="0" dirty="0"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D6BF38-D63D-FB8D-1659-F45C40E28CFB}"/>
              </a:ext>
            </a:extLst>
          </p:cNvPr>
          <p:cNvSpPr txBox="1"/>
          <p:nvPr/>
        </p:nvSpPr>
        <p:spPr>
          <a:xfrm>
            <a:off x="480060" y="6332974"/>
            <a:ext cx="5897880" cy="9875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Fish flew to Peter.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It gently touched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the middle of Peter’s forehead.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F37A76-2C61-CE83-A981-6BE7CD7B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07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1C9164-21F6-4484-32BB-0963DBEE14E9}"/>
              </a:ext>
            </a:extLst>
          </p:cNvPr>
          <p:cNvSpPr txBox="1"/>
          <p:nvPr/>
        </p:nvSpPr>
        <p:spPr>
          <a:xfrm>
            <a:off x="2826327" y="1074474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一滴小水珠，慢慢变大</a:t>
            </a:r>
            <a:r>
              <a:rPr sz="2000" b="0" dirty="0">
                <a:latin typeface="STKait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一眨眼，变成了一个大泡泡</a:t>
            </a:r>
            <a:r>
              <a:rPr sz="2000" b="0" dirty="0">
                <a:latin typeface="STKaiti"/>
              </a:rPr>
              <a:t>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5CC8F1-1E1C-DAF8-B9BB-56238D0D5956}"/>
              </a:ext>
            </a:extLst>
          </p:cNvPr>
          <p:cNvSpPr txBox="1"/>
          <p:nvPr/>
        </p:nvSpPr>
        <p:spPr>
          <a:xfrm>
            <a:off x="2826327" y="823014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yì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dī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xiǎo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shuǐ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zhū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màn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màn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biàn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dà</a:t>
            </a: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yì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zhǎ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yǎn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biàn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chéng</a:t>
            </a:r>
            <a:r>
              <a:rPr sz="1500" b="0" dirty="0">
                <a:latin typeface="Arial"/>
              </a:rPr>
              <a:t> le </a:t>
            </a:r>
            <a:r>
              <a:rPr sz="1500" b="0" dirty="0" err="1">
                <a:latin typeface="Arial"/>
              </a:rPr>
              <a:t>yí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ge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dà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pào</a:t>
            </a:r>
            <a:r>
              <a:rPr sz="1500" b="0" dirty="0">
                <a:latin typeface="Arial"/>
              </a:rPr>
              <a:t> pao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92A9D-29B1-FE99-4846-D96B49804B50}"/>
              </a:ext>
            </a:extLst>
          </p:cNvPr>
          <p:cNvSpPr txBox="1"/>
          <p:nvPr/>
        </p:nvSpPr>
        <p:spPr>
          <a:xfrm>
            <a:off x="3726873" y="2519190"/>
            <a:ext cx="5897880" cy="9875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A tiny drop of water grew bigger.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In a blink, it became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a giant bubble!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DF0672-2A36-84A0-ACCC-99E55EDC9CE8}"/>
              </a:ext>
            </a:extLst>
          </p:cNvPr>
          <p:cNvSpPr txBox="1"/>
          <p:nvPr/>
        </p:nvSpPr>
        <p:spPr>
          <a:xfrm>
            <a:off x="457200" y="4800600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大泡泡把他们包了起来</a:t>
            </a:r>
            <a:r>
              <a:rPr sz="2000" b="0" dirty="0">
                <a:latin typeface="STKait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皮皮轻轻伸出手，碰了一下</a:t>
            </a:r>
            <a:r>
              <a:rPr sz="2000" b="0" dirty="0">
                <a:latin typeface="STKaiti"/>
              </a:rPr>
              <a:t>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D2804B-FC50-3BEB-E8C4-6479E46E4F16}"/>
              </a:ext>
            </a:extLst>
          </p:cNvPr>
          <p:cNvSpPr txBox="1"/>
          <p:nvPr/>
        </p:nvSpPr>
        <p:spPr>
          <a:xfrm>
            <a:off x="466205" y="4551609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dà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pào</a:t>
            </a:r>
            <a:r>
              <a:rPr sz="1500" b="0" dirty="0">
                <a:latin typeface="Arial"/>
              </a:rPr>
              <a:t> pao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bǎ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tā</a:t>
            </a:r>
            <a:r>
              <a:rPr sz="1500" b="0" dirty="0">
                <a:latin typeface="Arial"/>
              </a:rPr>
              <a:t> men </a:t>
            </a:r>
            <a:r>
              <a:rPr sz="1500" b="0" dirty="0" err="1">
                <a:latin typeface="Arial"/>
              </a:rPr>
              <a:t>bāo</a:t>
            </a:r>
            <a:r>
              <a:rPr sz="1500" b="0" dirty="0">
                <a:latin typeface="Arial"/>
              </a:rPr>
              <a:t> le </a:t>
            </a:r>
            <a:r>
              <a:rPr sz="1500" b="0" dirty="0" err="1">
                <a:latin typeface="Arial"/>
              </a:rPr>
              <a:t>qǐ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lái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shēn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chū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shǒu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pèng</a:t>
            </a:r>
            <a:r>
              <a:rPr sz="1500" b="0" dirty="0">
                <a:latin typeface="Arial"/>
              </a:rPr>
              <a:t> le </a:t>
            </a:r>
            <a:r>
              <a:rPr sz="1500" b="0" dirty="0" err="1">
                <a:latin typeface="Arial"/>
              </a:rPr>
              <a:t>yí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xià</a:t>
            </a:r>
            <a:endParaRPr sz="1500" b="0" dirty="0"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B931C8-414B-83C4-A133-D2025563D370}"/>
              </a:ext>
            </a:extLst>
          </p:cNvPr>
          <p:cNvSpPr txBox="1"/>
          <p:nvPr/>
        </p:nvSpPr>
        <p:spPr>
          <a:xfrm>
            <a:off x="594360" y="6350561"/>
            <a:ext cx="5897880" cy="12618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The giant bubble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wrapped around them.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Peter reached out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and touched it.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82B3C10-6F66-D6D4-3194-9F7A622B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17920" y="9217152"/>
            <a:ext cx="274320" cy="228600"/>
          </a:xfrm>
        </p:spPr>
        <p:txBody>
          <a:bodyPr wrap="square" lIns="18288" tIns="9144" rIns="18288" bIns="9144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850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A6DF9C-A490-1EDF-4B31-F2854395CBC0}"/>
              </a:ext>
            </a:extLst>
          </p:cNvPr>
          <p:cNvSpPr txBox="1"/>
          <p:nvPr/>
        </p:nvSpPr>
        <p:spPr>
          <a:xfrm>
            <a:off x="3158837" y="1075175"/>
            <a:ext cx="5897880" cy="155734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泡泡轻轻摇了摇</a:t>
            </a:r>
            <a:r>
              <a:rPr sz="2000" b="0" dirty="0">
                <a:latin typeface="STKait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一道彩虹光慢慢流过去</a:t>
            </a:r>
            <a:r>
              <a:rPr sz="2000" b="0" dirty="0">
                <a:latin typeface="STKait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>
                <a:latin typeface="STKaiti"/>
              </a:rPr>
              <a:t>“</a:t>
            </a:r>
            <a:r>
              <a:rPr sz="2000" b="0" dirty="0" err="1">
                <a:latin typeface="STKaiti"/>
              </a:rPr>
              <a:t>哇</a:t>
            </a:r>
            <a:r>
              <a:rPr sz="2000" b="0" dirty="0">
                <a:latin typeface="STKaiti"/>
              </a:rPr>
              <a:t>——”</a:t>
            </a:r>
            <a:r>
              <a:rPr sz="2000" b="0" dirty="0" err="1">
                <a:latin typeface="STKaiti"/>
              </a:rPr>
              <a:t>皮皮看呆了</a:t>
            </a:r>
            <a:r>
              <a:rPr sz="2000" b="0" dirty="0">
                <a:latin typeface="STKaiti"/>
              </a:rPr>
              <a:t>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A9733-8C34-77DE-DA49-CC355FA1B43F}"/>
              </a:ext>
            </a:extLst>
          </p:cNvPr>
          <p:cNvSpPr txBox="1"/>
          <p:nvPr/>
        </p:nvSpPr>
        <p:spPr>
          <a:xfrm>
            <a:off x="3158837" y="732761"/>
            <a:ext cx="5897880" cy="163429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pào</a:t>
            </a:r>
            <a:r>
              <a:rPr sz="1500" b="0" dirty="0">
                <a:latin typeface="Arial"/>
              </a:rPr>
              <a:t> pao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yáo</a:t>
            </a:r>
            <a:r>
              <a:rPr sz="1500" b="0" dirty="0">
                <a:latin typeface="Arial"/>
              </a:rPr>
              <a:t> le </a:t>
            </a:r>
            <a:r>
              <a:rPr sz="1500" b="0" dirty="0" err="1">
                <a:latin typeface="Arial"/>
              </a:rPr>
              <a:t>yáo</a:t>
            </a: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yí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dào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cǎi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hóng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guāng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màn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màn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liú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guò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qù</a:t>
            </a: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500" b="0" dirty="0" err="1">
                <a:latin typeface="Arial"/>
              </a:rPr>
              <a:t>W</a:t>
            </a:r>
            <a:r>
              <a:rPr sz="1500" b="0" dirty="0" err="1">
                <a:latin typeface="Arial"/>
              </a:rPr>
              <a:t>ā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kàn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dāi</a:t>
            </a:r>
            <a:r>
              <a:rPr sz="1500" b="0" dirty="0">
                <a:latin typeface="Arial"/>
              </a:rPr>
              <a:t> 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EAC922-9BFA-5D5E-A1D3-A745DE4120B3}"/>
              </a:ext>
            </a:extLst>
          </p:cNvPr>
          <p:cNvSpPr txBox="1"/>
          <p:nvPr/>
        </p:nvSpPr>
        <p:spPr>
          <a:xfrm>
            <a:off x="3909060" y="3090052"/>
            <a:ext cx="5897880" cy="9875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The bubble wobbled.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Rainbow light flowed across it.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“Wow...” Peter whispered.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1B276F-ACC5-96D8-27F8-C1DC8238EFA6}"/>
              </a:ext>
            </a:extLst>
          </p:cNvPr>
          <p:cNvSpPr txBox="1"/>
          <p:nvPr/>
        </p:nvSpPr>
        <p:spPr>
          <a:xfrm>
            <a:off x="457200" y="4465931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皮皮笑了</a:t>
            </a:r>
            <a:r>
              <a:rPr sz="2000" b="0" dirty="0">
                <a:latin typeface="STKaiti"/>
              </a:rPr>
              <a:t>。</a:t>
            </a: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>
                <a:latin typeface="STKaiti"/>
              </a:rPr>
              <a:t>“</a:t>
            </a:r>
            <a:r>
              <a:rPr sz="2000" b="0" dirty="0" err="1">
                <a:latin typeface="STKaiti"/>
              </a:rPr>
              <a:t>我好喜欢这个泡泡</a:t>
            </a:r>
            <a:r>
              <a:rPr sz="2000" b="0" dirty="0">
                <a:latin typeface="STKaiti"/>
              </a:rPr>
              <a:t>！”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1539D6-0004-D7C9-6609-5B8282DD6250}"/>
              </a:ext>
            </a:extLst>
          </p:cNvPr>
          <p:cNvSpPr txBox="1"/>
          <p:nvPr/>
        </p:nvSpPr>
        <p:spPr>
          <a:xfrm>
            <a:off x="457200" y="4146804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pí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xiào</a:t>
            </a:r>
            <a:r>
              <a:rPr sz="1500" b="0" dirty="0">
                <a:latin typeface="Arial"/>
              </a:rPr>
              <a:t> le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wǒ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hǎo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huan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zhè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ge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pào</a:t>
            </a:r>
            <a:r>
              <a:rPr sz="1500" b="0" dirty="0">
                <a:latin typeface="Arial"/>
              </a:rPr>
              <a:t> pao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A71CBF-56DC-58DE-BF41-5668EC53283E}"/>
              </a:ext>
            </a:extLst>
          </p:cNvPr>
          <p:cNvSpPr txBox="1"/>
          <p:nvPr/>
        </p:nvSpPr>
        <p:spPr>
          <a:xfrm>
            <a:off x="594360" y="6636696"/>
            <a:ext cx="5897880" cy="7132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Peter smiled.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“I love this bubble!”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56BA1C-9EE7-6705-A975-68474804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9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0D193-79EB-3EE8-9773-183F39F9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EF68B7-C97C-7A5F-4932-1ECEBE811F12}"/>
              </a:ext>
            </a:extLst>
          </p:cNvPr>
          <p:cNvSpPr txBox="1"/>
          <p:nvPr/>
        </p:nvSpPr>
        <p:spPr>
          <a:xfrm>
            <a:off x="2660073" y="1133910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小鱼笑着说</a:t>
            </a:r>
            <a:r>
              <a:rPr sz="2000" b="0" dirty="0">
                <a:latin typeface="STKaiti"/>
              </a:rPr>
              <a:t>：“</a:t>
            </a:r>
            <a:r>
              <a:rPr sz="2000" b="0" dirty="0" err="1">
                <a:latin typeface="STKaiti"/>
              </a:rPr>
              <a:t>这是避水泡泡</a:t>
            </a:r>
            <a:r>
              <a:rPr sz="2000" b="0" dirty="0">
                <a:latin typeface="STKaiti"/>
              </a:rPr>
              <a:t>。”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>
                <a:latin typeface="STKaiti"/>
              </a:rPr>
              <a:t>“</a:t>
            </a:r>
            <a:r>
              <a:rPr sz="2000" b="0" dirty="0" err="1">
                <a:latin typeface="STKaiti"/>
              </a:rPr>
              <a:t>它能带着我们在水里旅行</a:t>
            </a:r>
            <a:r>
              <a:rPr sz="2000" b="0" dirty="0">
                <a:latin typeface="STKaiti"/>
              </a:rPr>
              <a:t>。”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C4DD86-451A-E1F2-2DB6-1D4980BF21E7}"/>
              </a:ext>
            </a:extLst>
          </p:cNvPr>
          <p:cNvSpPr txBox="1"/>
          <p:nvPr/>
        </p:nvSpPr>
        <p:spPr>
          <a:xfrm>
            <a:off x="2660073" y="818406"/>
            <a:ext cx="5897880" cy="9417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xiǎo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xiào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zhe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shuō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zhè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shì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bì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shuǐ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pào</a:t>
            </a:r>
            <a:r>
              <a:rPr sz="1500" b="0" dirty="0">
                <a:latin typeface="Arial"/>
              </a:rPr>
              <a:t> pao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tā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néng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dài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zhe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wǒ</a:t>
            </a:r>
            <a:r>
              <a:rPr sz="1500" b="0" dirty="0">
                <a:latin typeface="Arial"/>
              </a:rPr>
              <a:t> men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zài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shuǐ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lǐ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lǚ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xíng</a:t>
            </a:r>
            <a:endParaRPr sz="1500" b="0" dirty="0"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C3E6C-5509-8F75-06E2-DCA5B664F3F1}"/>
              </a:ext>
            </a:extLst>
          </p:cNvPr>
          <p:cNvSpPr txBox="1"/>
          <p:nvPr/>
        </p:nvSpPr>
        <p:spPr>
          <a:xfrm>
            <a:off x="3909060" y="2546614"/>
            <a:ext cx="5897880" cy="9875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Fish smiled.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“This is the Water Bubble.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dirty="0">
                <a:latin typeface="Charm"/>
              </a:rPr>
              <a:t>It lets us travel underwater.”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B65A45-6EE3-9F43-D736-6E6AA45C18FB}"/>
              </a:ext>
            </a:extLst>
          </p:cNvPr>
          <p:cNvSpPr txBox="1"/>
          <p:nvPr/>
        </p:nvSpPr>
        <p:spPr>
          <a:xfrm>
            <a:off x="457200" y="4373978"/>
            <a:ext cx="5897880" cy="155734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2000">
                <a:latin typeface="STKaiti" panose="02010600040101010101" pitchFamily="2" charset="-122"/>
                <a:ea typeface="STKaiti" panose="02010600040101010101" pitchFamily="2" charset="-122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小鱼轻轻一点</a:t>
            </a:r>
            <a:r>
              <a:rPr sz="2000" b="0" dirty="0">
                <a:latin typeface="STKait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大泡泡慢慢飘起，又轻轻落进湖里</a:t>
            </a:r>
            <a:r>
              <a:rPr sz="2000" b="0" dirty="0">
                <a:latin typeface="STKait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sz="2000" b="0" dirty="0">
              <a:latin typeface="STKaiti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dirty="0" err="1">
                <a:latin typeface="STKaiti"/>
              </a:rPr>
              <a:t>他们向着湖底深处出发了</a:t>
            </a:r>
            <a:r>
              <a:rPr sz="2000" b="0" dirty="0">
                <a:latin typeface="STKaiti"/>
              </a:rPr>
              <a:t>……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6C6FD0-7D32-0503-23A6-0B24CD2AC666}"/>
              </a:ext>
            </a:extLst>
          </p:cNvPr>
          <p:cNvSpPr txBox="1"/>
          <p:nvPr/>
        </p:nvSpPr>
        <p:spPr>
          <a:xfrm>
            <a:off x="471055" y="4030764"/>
            <a:ext cx="5897880" cy="163429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xiǎo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yì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diǎn</a:t>
            </a:r>
            <a:br>
              <a:rPr lang="en-US" sz="1500" b="0" dirty="0">
                <a:latin typeface="Arial"/>
              </a:rPr>
            </a:b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dà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pào</a:t>
            </a:r>
            <a:r>
              <a:rPr sz="1500" b="0" dirty="0">
                <a:latin typeface="Arial"/>
              </a:rPr>
              <a:t> pao </a:t>
            </a:r>
            <a:r>
              <a:rPr sz="1500" b="0" dirty="0" err="1">
                <a:latin typeface="Arial"/>
              </a:rPr>
              <a:t>màn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màn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piāo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qǐ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yòu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qīng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luò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jìn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hú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lǐ</a:t>
            </a:r>
            <a:endParaRPr lang="en-US"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500" b="0" dirty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dirty="0" err="1">
                <a:latin typeface="Arial"/>
              </a:rPr>
              <a:t>tā</a:t>
            </a:r>
            <a:r>
              <a:rPr sz="1500" b="0" dirty="0">
                <a:latin typeface="Arial"/>
              </a:rPr>
              <a:t> men </a:t>
            </a:r>
            <a:r>
              <a:rPr sz="1500" b="0" dirty="0" err="1">
                <a:latin typeface="Arial"/>
              </a:rPr>
              <a:t>xiàng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zhe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hú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dǐ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shēn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chù</a:t>
            </a:r>
            <a:r>
              <a:rPr lang="en-US"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chū</a:t>
            </a:r>
            <a:r>
              <a:rPr sz="1500" b="0" dirty="0">
                <a:latin typeface="Arial"/>
              </a:rPr>
              <a:t> </a:t>
            </a:r>
            <a:r>
              <a:rPr sz="1500" b="0" dirty="0" err="1">
                <a:latin typeface="Arial"/>
              </a:rPr>
              <a:t>fā</a:t>
            </a:r>
            <a:r>
              <a:rPr sz="1500" b="0" dirty="0">
                <a:latin typeface="Arial"/>
              </a:rPr>
              <a:t> 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41A4D3-D4A8-2F4B-FC4F-729875BB2669}"/>
              </a:ext>
            </a:extLst>
          </p:cNvPr>
          <p:cNvSpPr txBox="1"/>
          <p:nvPr/>
        </p:nvSpPr>
        <p:spPr>
          <a:xfrm>
            <a:off x="480060" y="6632565"/>
            <a:ext cx="5897880" cy="98755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>
            <a:defPPr>
              <a:defRPr lang="en-US"/>
            </a:defPPr>
            <a:lvl1pPr>
              <a:defRPr>
                <a:latin typeface="Charm" pitchFamily="2" charset="-34"/>
                <a:cs typeface="Charm" pitchFamily="2" charset="-34"/>
              </a:defRPr>
            </a:lvl1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Fish gave the bubble a tap.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It floated, then slipped into the lake.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latin typeface="Charm"/>
              </a:rPr>
              <a:t>They were off to the deep water...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A05CA8-6E3B-BD36-6E93-50C45AE3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787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7036</TotalTime>
  <Words>1587</Words>
  <Application>Microsoft Macintosh PowerPoint</Application>
  <PresentationFormat>A4 Paper (210x297 mm)</PresentationFormat>
  <Paragraphs>377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STKaiti</vt:lpstr>
      <vt:lpstr>Aptos</vt:lpstr>
      <vt:lpstr>Aptos Display</vt:lpstr>
      <vt:lpstr>Arial</vt:lpstr>
      <vt:lpstr>Charm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Yanhai XIONG</dc:creator>
  <cp:lastModifiedBy>Yanhai XIONG</cp:lastModifiedBy>
  <cp:revision>30</cp:revision>
  <cp:lastPrinted>2026-07-16T18:38:03Z</cp:lastPrinted>
  <dcterms:created xsi:type="dcterms:W3CDTF">2026-06-12T15:09:22Z</dcterms:created>
  <dcterms:modified xsi:type="dcterms:W3CDTF">2026-07-20T13:33:48Z</dcterms:modified>
</cp:coreProperties>
</file>