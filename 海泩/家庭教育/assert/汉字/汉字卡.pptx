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晶" id="{383D92C0-0096-9746-BA65-5A470433B26D}">
          <p14:sldIdLst>
            <p14:sldId id="256"/>
          </p14:sldIdLst>
        </p14:section>
        <p14:section name="跳" id="{C9FC1EDF-7D42-2042-AB1E-CB22FF1DBCE8}">
          <p14:sldIdLst>
            <p14:sldId id="257"/>
          </p14:sldIdLst>
        </p14:section>
        <p14:section name="跳" id="{3C9A04EE-8A36-AE4E-86E9-A8506A7FB4E6}">
          <p14:sldIdLst>
            <p14:sldId id="258"/>
          </p14:sldIdLst>
        </p14:section>
        <p14:section name="搬" id="{BCBB360F-37BE-2E43-8576-B5CF66B6944E}">
          <p14:sldIdLst>
            <p14:sldId id="260"/>
          </p14:sldIdLst>
        </p14:section>
        <p14:section name="河" id="{676D5438-30A3-4C4A-A5F7-D3EA9AD01D63}">
          <p14:sldIdLst>
            <p14:sldId id="259"/>
          </p14:sldIdLst>
        </p14:section>
        <p14:section name="行" id="{DB80A0AB-D614-FA4C-865E-F8375767405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14A0CE-417B-BA43-90E6-01BD46CD5423}" v="1" dt="2026-07-06T14:47:23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759"/>
  </p:normalViewPr>
  <p:slideViewPr>
    <p:cSldViewPr snapToGrid="0">
      <p:cViewPr>
        <p:scale>
          <a:sx n="93" d="100"/>
          <a:sy n="93" d="100"/>
        </p:scale>
        <p:origin x="20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hai XIONG" userId="f24b499350e904d2" providerId="LiveId" clId="{AC088629-70F1-5C87-944D-0D202749AC90}"/>
    <pc:docChg chg="undo custSel addSld delSld modSld delSection modSection">
      <pc:chgData name="Yanhai XIONG" userId="f24b499350e904d2" providerId="LiveId" clId="{AC088629-70F1-5C87-944D-0D202749AC90}" dt="2026-07-06T14:48:10.838" v="55" actId="20577"/>
      <pc:docMkLst>
        <pc:docMk/>
      </pc:docMkLst>
      <pc:sldChg chg="delSp del mod">
        <pc:chgData name="Yanhai XIONG" userId="f24b499350e904d2" providerId="LiveId" clId="{AC088629-70F1-5C87-944D-0D202749AC90}" dt="2026-07-06T14:44:54.224" v="1" actId="2696"/>
        <pc:sldMkLst>
          <pc:docMk/>
          <pc:sldMk cId="912659588" sldId="256"/>
        </pc:sldMkLst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4" creationId="{218BA69E-8519-546C-A530-7C4B3ECFFB54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5" creationId="{F97351BA-1099-DCF3-A642-10F74FBA999C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6" creationId="{9C916250-37E9-0496-BF18-429E98E65917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7" creationId="{A6B2D854-6B44-9B20-92B8-D690B6A9A9FF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11" creationId="{634FE52E-B3DC-D23A-4FB3-ADB606C35C11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12" creationId="{B74F4158-EB4F-2DDA-A58C-AE17B3893B99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13" creationId="{C9840A29-6E9D-36FD-9FE9-F434BA93013D}"/>
          </ac:spMkLst>
        </pc:spChg>
        <pc:graphicFrameChg chg="del">
          <ac:chgData name="Yanhai XIONG" userId="f24b499350e904d2" providerId="LiveId" clId="{AC088629-70F1-5C87-944D-0D202749AC90}" dt="2026-07-06T14:44:50.814" v="0" actId="478"/>
          <ac:graphicFrameMkLst>
            <pc:docMk/>
            <pc:sldMk cId="912659588" sldId="256"/>
            <ac:graphicFrameMk id="8" creationId="{A7AF3C7C-A872-3A43-2987-3432E1716510}"/>
          </ac:graphicFrameMkLst>
        </pc:graphicFrameChg>
        <pc:graphicFrameChg chg="del">
          <ac:chgData name="Yanhai XIONG" userId="f24b499350e904d2" providerId="LiveId" clId="{AC088629-70F1-5C87-944D-0D202749AC90}" dt="2026-07-06T14:44:50.814" v="0" actId="478"/>
          <ac:graphicFrameMkLst>
            <pc:docMk/>
            <pc:sldMk cId="912659588" sldId="256"/>
            <ac:graphicFrameMk id="20" creationId="{75DF60DF-0637-119E-CE36-6AE1CB0899B1}"/>
          </ac:graphicFrameMkLst>
        </pc:graphicFrameChg>
        <pc:graphicFrameChg chg="del">
          <ac:chgData name="Yanhai XIONG" userId="f24b499350e904d2" providerId="LiveId" clId="{AC088629-70F1-5C87-944D-0D202749AC90}" dt="2026-07-06T14:44:50.814" v="0" actId="478"/>
          <ac:graphicFrameMkLst>
            <pc:docMk/>
            <pc:sldMk cId="912659588" sldId="256"/>
            <ac:graphicFrameMk id="31" creationId="{83C4C9C7-7729-60FD-EB03-A265B51AD86B}"/>
          </ac:graphicFrameMkLst>
        </pc:graphicFrameChg>
      </pc:sldChg>
      <pc:sldChg chg="addSp delSp modSp new mod">
        <pc:chgData name="Yanhai XIONG" userId="f24b499350e904d2" providerId="LiveId" clId="{AC088629-70F1-5C87-944D-0D202749AC90}" dt="2026-07-06T14:48:10.838" v="55" actId="20577"/>
        <pc:sldMkLst>
          <pc:docMk/>
          <pc:sldMk cId="2321226068" sldId="256"/>
        </pc:sldMkLst>
        <pc:spChg chg="del">
          <ac:chgData name="Yanhai XIONG" userId="f24b499350e904d2" providerId="LiveId" clId="{AC088629-70F1-5C87-944D-0D202749AC90}" dt="2026-07-06T14:44:58.576" v="8" actId="478"/>
          <ac:spMkLst>
            <pc:docMk/>
            <pc:sldMk cId="2321226068" sldId="256"/>
            <ac:spMk id="2" creationId="{651CEDB5-822E-BAC0-34A0-60E5FDD3A78C}"/>
          </ac:spMkLst>
        </pc:spChg>
        <pc:spChg chg="del">
          <ac:chgData name="Yanhai XIONG" userId="f24b499350e904d2" providerId="LiveId" clId="{AC088629-70F1-5C87-944D-0D202749AC90}" dt="2026-07-06T14:44:58.576" v="8" actId="478"/>
          <ac:spMkLst>
            <pc:docMk/>
            <pc:sldMk cId="2321226068" sldId="256"/>
            <ac:spMk id="3" creationId="{490CA4C1-DF3C-16E0-85F2-0802CB0DA384}"/>
          </ac:spMkLst>
        </pc:spChg>
        <pc:spChg chg="add mod">
          <ac:chgData name="Yanhai XIONG" userId="f24b499350e904d2" providerId="LiveId" clId="{AC088629-70F1-5C87-944D-0D202749AC90}" dt="2026-07-06T14:48:10.838" v="55" actId="20577"/>
          <ac:spMkLst>
            <pc:docMk/>
            <pc:sldMk cId="2321226068" sldId="256"/>
            <ac:spMk id="5" creationId="{C20875E4-0C63-8906-78F4-6667F51A2AE5}"/>
          </ac:spMkLst>
        </pc:spChg>
      </pc:sldChg>
      <pc:sldChg chg="del">
        <pc:chgData name="Yanhai XIONG" userId="f24b499350e904d2" providerId="LiveId" clId="{AC088629-70F1-5C87-944D-0D202749AC90}" dt="2026-07-06T14:44:54.256" v="3" actId="2696"/>
        <pc:sldMkLst>
          <pc:docMk/>
          <pc:sldMk cId="651433318" sldId="257"/>
        </pc:sldMkLst>
      </pc:sldChg>
      <pc:sldChg chg="addSp delSp modSp new mod">
        <pc:chgData name="Yanhai XIONG" userId="f24b499350e904d2" providerId="LiveId" clId="{AC088629-70F1-5C87-944D-0D202749AC90}" dt="2026-07-06T14:46:35.345" v="20" actId="21"/>
        <pc:sldMkLst>
          <pc:docMk/>
          <pc:sldMk cId="3174217007" sldId="257"/>
        </pc:sldMkLst>
        <pc:spChg chg="del">
          <ac:chgData name="Yanhai XIONG" userId="f24b499350e904d2" providerId="LiveId" clId="{AC088629-70F1-5C87-944D-0D202749AC90}" dt="2026-07-06T14:46:16.147" v="16" actId="478"/>
          <ac:spMkLst>
            <pc:docMk/>
            <pc:sldMk cId="3174217007" sldId="257"/>
            <ac:spMk id="2" creationId="{F4FC79B3-B6D2-EC84-1A73-F5FEA785CD8F}"/>
          </ac:spMkLst>
        </pc:spChg>
        <pc:spChg chg="del">
          <ac:chgData name="Yanhai XIONG" userId="f24b499350e904d2" providerId="LiveId" clId="{AC088629-70F1-5C87-944D-0D202749AC90}" dt="2026-07-06T14:46:16.147" v="16" actId="478"/>
          <ac:spMkLst>
            <pc:docMk/>
            <pc:sldMk cId="3174217007" sldId="257"/>
            <ac:spMk id="3" creationId="{A0488E67-9D00-E22A-3DA9-C89EBF4A9A1B}"/>
          </ac:spMkLst>
        </pc:spChg>
        <pc:spChg chg="add mod">
          <ac:chgData name="Yanhai XIONG" userId="f24b499350e904d2" providerId="LiveId" clId="{AC088629-70F1-5C87-944D-0D202749AC90}" dt="2026-07-06T14:46:35.345" v="20" actId="21"/>
          <ac:spMkLst>
            <pc:docMk/>
            <pc:sldMk cId="3174217007" sldId="257"/>
            <ac:spMk id="5" creationId="{19AFB9AE-501C-EC2C-E8AA-B49CD9C7E0D5}"/>
          </ac:spMkLst>
        </pc:spChg>
      </pc:sldChg>
      <pc:sldChg chg="addSp delSp modSp new mod">
        <pc:chgData name="Yanhai XIONG" userId="f24b499350e904d2" providerId="LiveId" clId="{AC088629-70F1-5C87-944D-0D202749AC90}" dt="2026-07-06T14:46:51.137" v="25" actId="21"/>
        <pc:sldMkLst>
          <pc:docMk/>
          <pc:sldMk cId="8470021" sldId="258"/>
        </pc:sldMkLst>
        <pc:spChg chg="del">
          <ac:chgData name="Yanhai XIONG" userId="f24b499350e904d2" providerId="LiveId" clId="{AC088629-70F1-5C87-944D-0D202749AC90}" dt="2026-07-06T14:46:41.252" v="22" actId="478"/>
          <ac:spMkLst>
            <pc:docMk/>
            <pc:sldMk cId="8470021" sldId="258"/>
            <ac:spMk id="2" creationId="{CC6B66DA-B3DA-1477-230C-0C6E4BF9F6A2}"/>
          </ac:spMkLst>
        </pc:spChg>
        <pc:spChg chg="del">
          <ac:chgData name="Yanhai XIONG" userId="f24b499350e904d2" providerId="LiveId" clId="{AC088629-70F1-5C87-944D-0D202749AC90}" dt="2026-07-06T14:46:41.252" v="22" actId="478"/>
          <ac:spMkLst>
            <pc:docMk/>
            <pc:sldMk cId="8470021" sldId="258"/>
            <ac:spMk id="3" creationId="{CE45ED6F-31A9-3654-0858-703B26E5B60C}"/>
          </ac:spMkLst>
        </pc:spChg>
        <pc:spChg chg="add mod">
          <ac:chgData name="Yanhai XIONG" userId="f24b499350e904d2" providerId="LiveId" clId="{AC088629-70F1-5C87-944D-0D202749AC90}" dt="2026-07-06T14:46:51.137" v="25" actId="21"/>
          <ac:spMkLst>
            <pc:docMk/>
            <pc:sldMk cId="8470021" sldId="258"/>
            <ac:spMk id="5" creationId="{D0BF63D9-AD27-A14C-A30F-6F2ACA38CDF5}"/>
          </ac:spMkLst>
        </pc:spChg>
      </pc:sldChg>
      <pc:sldChg chg="del">
        <pc:chgData name="Yanhai XIONG" userId="f24b499350e904d2" providerId="LiveId" clId="{AC088629-70F1-5C87-944D-0D202749AC90}" dt="2026-07-06T14:44:54.247" v="2" actId="2696"/>
        <pc:sldMkLst>
          <pc:docMk/>
          <pc:sldMk cId="2409071874" sldId="258"/>
        </pc:sldMkLst>
      </pc:sldChg>
      <pc:sldChg chg="del">
        <pc:chgData name="Yanhai XIONG" userId="f24b499350e904d2" providerId="LiveId" clId="{AC088629-70F1-5C87-944D-0D202749AC90}" dt="2026-07-06T14:44:54.259" v="4" actId="2696"/>
        <pc:sldMkLst>
          <pc:docMk/>
          <pc:sldMk cId="1374678580" sldId="259"/>
        </pc:sldMkLst>
      </pc:sldChg>
      <pc:sldChg chg="addSp delSp modSp new mod">
        <pc:chgData name="Yanhai XIONG" userId="f24b499350e904d2" providerId="LiveId" clId="{AC088629-70F1-5C87-944D-0D202749AC90}" dt="2026-07-06T14:47:09.957" v="30" actId="21"/>
        <pc:sldMkLst>
          <pc:docMk/>
          <pc:sldMk cId="2237844484" sldId="259"/>
        </pc:sldMkLst>
        <pc:spChg chg="del">
          <ac:chgData name="Yanhai XIONG" userId="f24b499350e904d2" providerId="LiveId" clId="{AC088629-70F1-5C87-944D-0D202749AC90}" dt="2026-07-06T14:46:55.585" v="27" actId="478"/>
          <ac:spMkLst>
            <pc:docMk/>
            <pc:sldMk cId="2237844484" sldId="259"/>
            <ac:spMk id="2" creationId="{17F81A77-74A4-3979-FBD9-8E2208D5FCE6}"/>
          </ac:spMkLst>
        </pc:spChg>
        <pc:spChg chg="del">
          <ac:chgData name="Yanhai XIONG" userId="f24b499350e904d2" providerId="LiveId" clId="{AC088629-70F1-5C87-944D-0D202749AC90}" dt="2026-07-06T14:46:55.585" v="27" actId="478"/>
          <ac:spMkLst>
            <pc:docMk/>
            <pc:sldMk cId="2237844484" sldId="259"/>
            <ac:spMk id="3" creationId="{675F5707-C8DB-BAD9-D115-399BD3FF54E5}"/>
          </ac:spMkLst>
        </pc:spChg>
        <pc:spChg chg="add mod">
          <ac:chgData name="Yanhai XIONG" userId="f24b499350e904d2" providerId="LiveId" clId="{AC088629-70F1-5C87-944D-0D202749AC90}" dt="2026-07-06T14:47:09.957" v="30" actId="21"/>
          <ac:spMkLst>
            <pc:docMk/>
            <pc:sldMk cId="2237844484" sldId="259"/>
            <ac:spMk id="5" creationId="{E194958C-19A4-1652-1A95-6D1B1D1537A3}"/>
          </ac:spMkLst>
        </pc:spChg>
      </pc:sldChg>
      <pc:sldChg chg="del">
        <pc:chgData name="Yanhai XIONG" userId="f24b499350e904d2" providerId="LiveId" clId="{AC088629-70F1-5C87-944D-0D202749AC90}" dt="2026-07-06T14:44:54.262" v="5" actId="2696"/>
        <pc:sldMkLst>
          <pc:docMk/>
          <pc:sldMk cId="1637109115" sldId="260"/>
        </pc:sldMkLst>
      </pc:sldChg>
      <pc:sldChg chg="addSp delSp new mod">
        <pc:chgData name="Yanhai XIONG" userId="f24b499350e904d2" providerId="LiveId" clId="{AC088629-70F1-5C87-944D-0D202749AC90}" dt="2026-07-06T14:47:14.620" v="33" actId="22"/>
        <pc:sldMkLst>
          <pc:docMk/>
          <pc:sldMk cId="2662942829" sldId="260"/>
        </pc:sldMkLst>
        <pc:spChg chg="del">
          <ac:chgData name="Yanhai XIONG" userId="f24b499350e904d2" providerId="LiveId" clId="{AC088629-70F1-5C87-944D-0D202749AC90}" dt="2026-07-06T14:47:13.938" v="32" actId="478"/>
          <ac:spMkLst>
            <pc:docMk/>
            <pc:sldMk cId="2662942829" sldId="260"/>
            <ac:spMk id="2" creationId="{557CE9FB-3C18-FA6D-F459-3751611A5C0D}"/>
          </ac:spMkLst>
        </pc:spChg>
        <pc:spChg chg="del">
          <ac:chgData name="Yanhai XIONG" userId="f24b499350e904d2" providerId="LiveId" clId="{AC088629-70F1-5C87-944D-0D202749AC90}" dt="2026-07-06T14:47:13.938" v="32" actId="478"/>
          <ac:spMkLst>
            <pc:docMk/>
            <pc:sldMk cId="2662942829" sldId="260"/>
            <ac:spMk id="3" creationId="{BA546432-A6A0-051E-1815-FEF6FE9E120C}"/>
          </ac:spMkLst>
        </pc:spChg>
        <pc:spChg chg="add">
          <ac:chgData name="Yanhai XIONG" userId="f24b499350e904d2" providerId="LiveId" clId="{AC088629-70F1-5C87-944D-0D202749AC90}" dt="2026-07-06T14:47:14.620" v="33" actId="22"/>
          <ac:spMkLst>
            <pc:docMk/>
            <pc:sldMk cId="2662942829" sldId="260"/>
            <ac:spMk id="5" creationId="{E0846AF8-B8D4-DA1B-DE53-F0D14C3DAD92}"/>
          </ac:spMkLst>
        </pc:spChg>
      </pc:sldChg>
      <pc:sldChg chg="new del">
        <pc:chgData name="Yanhai XIONG" userId="f24b499350e904d2" providerId="LiveId" clId="{AC088629-70F1-5C87-944D-0D202749AC90}" dt="2026-07-06T14:47:21.913" v="35" actId="680"/>
        <pc:sldMkLst>
          <pc:docMk/>
          <pc:sldMk cId="2127597347" sldId="261"/>
        </pc:sldMkLst>
      </pc:sldChg>
      <pc:sldChg chg="add">
        <pc:chgData name="Yanhai XIONG" userId="f24b499350e904d2" providerId="LiveId" clId="{AC088629-70F1-5C87-944D-0D202749AC90}" dt="2026-07-06T14:47:23.930" v="36"/>
        <pc:sldMkLst>
          <pc:docMk/>
          <pc:sldMk cId="251548959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E4798-33C2-F142-9124-DC0556E6F1A7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microsoft.com/office/2007/relationships/hdphoto" Target="../media/hdphoto1.wdp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jp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jp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387CB-F5F3-B737-960B-04ACD310BEC2}"/>
              </a:ext>
            </a:extLst>
          </p:cNvPr>
          <p:cNvSpPr txBox="1"/>
          <p:nvPr/>
        </p:nvSpPr>
        <p:spPr>
          <a:xfrm>
            <a:off x="2894913" y="936419"/>
            <a:ext cx="1353256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晶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FC27CC-F8E2-9AEC-64AF-B6D41E84D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536" y="1026973"/>
            <a:ext cx="1866900" cy="1739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6102AF-5BDD-EAC5-398E-A47ADE9F1DF0}"/>
              </a:ext>
            </a:extLst>
          </p:cNvPr>
          <p:cNvSpPr txBox="1"/>
          <p:nvPr/>
        </p:nvSpPr>
        <p:spPr>
          <a:xfrm>
            <a:off x="3199344" y="3166638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zhè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ge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shuǐ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liàng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这  个  水  晶      亮    晶    晶。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DF0B9-5B97-E3F2-417F-73B50275CE35}"/>
              </a:ext>
            </a:extLst>
          </p:cNvPr>
          <p:cNvSpPr txBox="1"/>
          <p:nvPr/>
        </p:nvSpPr>
        <p:spPr>
          <a:xfrm>
            <a:off x="1429806" y="1332641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rì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日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99EFE1-9FC3-4782-B425-03A3861C5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7" y="1504780"/>
            <a:ext cx="912872" cy="93361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3F2FE2-D0B6-A4A6-0730-1CDF3961CCE4}"/>
              </a:ext>
            </a:extLst>
          </p:cNvPr>
          <p:cNvCxnSpPr>
            <a:cxnSpLocks/>
          </p:cNvCxnSpPr>
          <p:nvPr/>
        </p:nvCxnSpPr>
        <p:spPr>
          <a:xfrm>
            <a:off x="2193224" y="1666830"/>
            <a:ext cx="538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4E36FA-EF39-4A5E-1093-560CCBAB5198}"/>
              </a:ext>
            </a:extLst>
          </p:cNvPr>
          <p:cNvSpPr txBox="1"/>
          <p:nvPr/>
        </p:nvSpPr>
        <p:spPr>
          <a:xfrm>
            <a:off x="553615" y="3106620"/>
            <a:ext cx="1218603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sēn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森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A426C-7946-04C8-8F41-4D1264DBBD88}"/>
              </a:ext>
            </a:extLst>
          </p:cNvPr>
          <p:cNvSpPr txBox="1"/>
          <p:nvPr/>
        </p:nvSpPr>
        <p:spPr>
          <a:xfrm>
            <a:off x="5283444" y="5274744"/>
            <a:ext cx="124906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pǐn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品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5A10D1-A263-69F3-4FF5-43FE2E5D7BD7}"/>
              </a:ext>
            </a:extLst>
          </p:cNvPr>
          <p:cNvSpPr txBox="1"/>
          <p:nvPr/>
        </p:nvSpPr>
        <p:spPr>
          <a:xfrm>
            <a:off x="548319" y="7239165"/>
            <a:ext cx="2095446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zhòng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众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725241-955D-C5F3-5172-2ACFB0BE1BFE}"/>
              </a:ext>
            </a:extLst>
          </p:cNvPr>
          <p:cNvSpPr txBox="1"/>
          <p:nvPr/>
        </p:nvSpPr>
        <p:spPr>
          <a:xfrm>
            <a:off x="5262743" y="3920491"/>
            <a:ext cx="6896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mù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木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F6B121-F96C-C2D4-A194-FBF5B71C90CB}"/>
              </a:ext>
            </a:extLst>
          </p:cNvPr>
          <p:cNvSpPr txBox="1"/>
          <p:nvPr/>
        </p:nvSpPr>
        <p:spPr>
          <a:xfrm>
            <a:off x="348847" y="5803928"/>
            <a:ext cx="785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kǒu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口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191B8-A129-6052-2E1F-5DF3EBB4C32A}"/>
              </a:ext>
            </a:extLst>
          </p:cNvPr>
          <p:cNvSpPr txBox="1"/>
          <p:nvPr/>
        </p:nvSpPr>
        <p:spPr>
          <a:xfrm>
            <a:off x="5372920" y="7903914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rén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人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120051-C20A-D30D-6338-0F75D9084F96}"/>
              </a:ext>
            </a:extLst>
          </p:cNvPr>
          <p:cNvCxnSpPr>
            <a:cxnSpLocks/>
          </p:cNvCxnSpPr>
          <p:nvPr/>
        </p:nvCxnSpPr>
        <p:spPr>
          <a:xfrm>
            <a:off x="1273274" y="6680507"/>
            <a:ext cx="3190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3E7DC3-428C-59FE-58C4-92359560E665}"/>
              </a:ext>
            </a:extLst>
          </p:cNvPr>
          <p:cNvCxnSpPr>
            <a:cxnSpLocks/>
          </p:cNvCxnSpPr>
          <p:nvPr/>
        </p:nvCxnSpPr>
        <p:spPr>
          <a:xfrm flipH="1">
            <a:off x="2804022" y="8757038"/>
            <a:ext cx="24686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D5C32E-4930-A228-D9FD-F5EE0FE538C3}"/>
              </a:ext>
            </a:extLst>
          </p:cNvPr>
          <p:cNvCxnSpPr>
            <a:cxnSpLocks/>
          </p:cNvCxnSpPr>
          <p:nvPr/>
        </p:nvCxnSpPr>
        <p:spPr>
          <a:xfrm flipH="1">
            <a:off x="2237651" y="4876124"/>
            <a:ext cx="2931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9AFB183-FF18-1F39-09C2-4FD4FC51F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871" y="3963173"/>
            <a:ext cx="710705" cy="7019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DDFE9B-B5B4-C16C-3C56-A40167F89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040" y="6280846"/>
            <a:ext cx="689613" cy="9233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339983-9A23-7B9E-FF38-FC9E2725A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65" y="8314181"/>
            <a:ext cx="552595" cy="4662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2A6ADF8-0E21-FB4A-B477-CB842C1C51D0}"/>
              </a:ext>
            </a:extLst>
          </p:cNvPr>
          <p:cNvSpPr txBox="1"/>
          <p:nvPr/>
        </p:nvSpPr>
        <p:spPr>
          <a:xfrm>
            <a:off x="2062704" y="4222094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sēn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lín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lǐ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hěn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duō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shù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mù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森林里很多树木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E4B4CE-1D52-834B-BD20-7B333174F3BD}"/>
              </a:ext>
            </a:extLst>
          </p:cNvPr>
          <p:cNvSpPr txBox="1"/>
          <p:nvPr/>
        </p:nvSpPr>
        <p:spPr>
          <a:xfrm>
            <a:off x="834345" y="5785078"/>
            <a:ext cx="4554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zhāng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dà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kǒu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hǎo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hǎo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pǐn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cháng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liú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lián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张大口，好好品尝榴莲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10DCC3-BC4D-C14A-AA06-C99FD5B12CDE}"/>
              </a:ext>
            </a:extLst>
          </p:cNvPr>
          <p:cNvSpPr txBox="1"/>
          <p:nvPr/>
        </p:nvSpPr>
        <p:spPr>
          <a:xfrm>
            <a:off x="2293843" y="8046278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rén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duō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shì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zhòng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人多势众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10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96F9-6619-C3F9-A652-203B888E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7C04-2FF6-89DA-B55A-8051360C7DCF}"/>
              </a:ext>
            </a:extLst>
          </p:cNvPr>
          <p:cNvSpPr txBox="1"/>
          <p:nvPr/>
        </p:nvSpPr>
        <p:spPr>
          <a:xfrm>
            <a:off x="3094487" y="936419"/>
            <a:ext cx="954107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lù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露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99C48E-8EF0-01BE-40F9-D1D43CD34B4F}"/>
              </a:ext>
            </a:extLst>
          </p:cNvPr>
          <p:cNvSpPr txBox="1"/>
          <p:nvPr/>
        </p:nvSpPr>
        <p:spPr>
          <a:xfrm>
            <a:off x="2193224" y="3166638"/>
            <a:ext cx="443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cǎo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yè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shàng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yǒu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liàng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lù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zhū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草叶上有亮晶晶的露珠。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E01E2-C62A-0045-C0EE-2E97EE4C96DF}"/>
              </a:ext>
            </a:extLst>
          </p:cNvPr>
          <p:cNvSpPr txBox="1"/>
          <p:nvPr/>
        </p:nvSpPr>
        <p:spPr>
          <a:xfrm>
            <a:off x="1450962" y="757949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yǔ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雨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07AC53-59B4-4FF1-63C3-D1EC568E50A9}"/>
              </a:ext>
            </a:extLst>
          </p:cNvPr>
          <p:cNvCxnSpPr>
            <a:cxnSpLocks/>
          </p:cNvCxnSpPr>
          <p:nvPr/>
        </p:nvCxnSpPr>
        <p:spPr>
          <a:xfrm>
            <a:off x="2193224" y="1666830"/>
            <a:ext cx="538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5C0DCED-3BC5-07DD-0CC1-CC1BC439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344" y="1059106"/>
            <a:ext cx="2054288" cy="1719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6AD731-8DAE-4A1E-E259-9D2ECAE2C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62" y="936419"/>
            <a:ext cx="716206" cy="828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5264CD-C937-2D04-0264-1320D4FCD5C7}"/>
              </a:ext>
            </a:extLst>
          </p:cNvPr>
          <p:cNvSpPr txBox="1"/>
          <p:nvPr/>
        </p:nvSpPr>
        <p:spPr>
          <a:xfrm>
            <a:off x="1450961" y="1872880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lù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路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7575B-DED7-1B70-8FB3-8239CA65E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65" y="2141551"/>
            <a:ext cx="878819" cy="780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4BAEF2-30BA-4C48-D293-B49772104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96" y="5524799"/>
            <a:ext cx="716206" cy="8283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B9AD4C-0561-E70C-BA7D-574D50E70697}"/>
              </a:ext>
            </a:extLst>
          </p:cNvPr>
          <p:cNvSpPr txBox="1"/>
          <p:nvPr/>
        </p:nvSpPr>
        <p:spPr>
          <a:xfrm>
            <a:off x="241251" y="7367995"/>
            <a:ext cx="1287533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xuě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雪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B2970F-AE42-212C-D974-CD42F840746B}"/>
              </a:ext>
            </a:extLst>
          </p:cNvPr>
          <p:cNvSpPr txBox="1"/>
          <p:nvPr/>
        </p:nvSpPr>
        <p:spPr>
          <a:xfrm>
            <a:off x="1735654" y="7363691"/>
            <a:ext cx="954107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léi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雷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A80BC-FDE3-61A3-75FF-1354CB362415}"/>
              </a:ext>
            </a:extLst>
          </p:cNvPr>
          <p:cNvSpPr txBox="1"/>
          <p:nvPr/>
        </p:nvSpPr>
        <p:spPr>
          <a:xfrm>
            <a:off x="2896631" y="7363691"/>
            <a:ext cx="110479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wù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雾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14ACB7-F02A-A998-C63A-BB70BC9A33BD}"/>
              </a:ext>
            </a:extLst>
          </p:cNvPr>
          <p:cNvSpPr txBox="1"/>
          <p:nvPr/>
        </p:nvSpPr>
        <p:spPr>
          <a:xfrm>
            <a:off x="4162604" y="7363691"/>
            <a:ext cx="246574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shuāng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霜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92539E-835E-1972-FBCF-260712C58324}"/>
              </a:ext>
            </a:extLst>
          </p:cNvPr>
          <p:cNvSpPr txBox="1"/>
          <p:nvPr/>
        </p:nvSpPr>
        <p:spPr>
          <a:xfrm>
            <a:off x="326341" y="4240919"/>
            <a:ext cx="1156086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xiá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霞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CE5B81-C97D-E6A6-62D2-9AB901498727}"/>
              </a:ext>
            </a:extLst>
          </p:cNvPr>
          <p:cNvSpPr txBox="1"/>
          <p:nvPr/>
        </p:nvSpPr>
        <p:spPr>
          <a:xfrm>
            <a:off x="5077744" y="4240919"/>
            <a:ext cx="1370888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báo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雹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2C0618-0AB8-89A3-73B3-8230DE472FBD}"/>
              </a:ext>
            </a:extLst>
          </p:cNvPr>
          <p:cNvSpPr txBox="1"/>
          <p:nvPr/>
        </p:nvSpPr>
        <p:spPr>
          <a:xfrm>
            <a:off x="389079" y="6787877"/>
            <a:ext cx="8627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彐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jì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E05D10-EE0A-D6F9-8675-6ABC24ECC58F}"/>
              </a:ext>
            </a:extLst>
          </p:cNvPr>
          <p:cNvSpPr txBox="1"/>
          <p:nvPr/>
        </p:nvSpPr>
        <p:spPr>
          <a:xfrm>
            <a:off x="3529723" y="4500697"/>
            <a:ext cx="12602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包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bāo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F33F61-46AC-36D1-823F-722955728144}"/>
              </a:ext>
            </a:extLst>
          </p:cNvPr>
          <p:cNvSpPr txBox="1"/>
          <p:nvPr/>
        </p:nvSpPr>
        <p:spPr>
          <a:xfrm>
            <a:off x="4580071" y="6787877"/>
            <a:ext cx="15408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相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xiāng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1E834F-ABE7-8E10-5D33-BB4DDC9C61C4}"/>
              </a:ext>
            </a:extLst>
          </p:cNvPr>
          <p:cNvSpPr txBox="1"/>
          <p:nvPr/>
        </p:nvSpPr>
        <p:spPr>
          <a:xfrm>
            <a:off x="1507525" y="6787877"/>
            <a:ext cx="13099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田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tián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1C0F95-079E-7455-19D7-95766A538357}"/>
              </a:ext>
            </a:extLst>
          </p:cNvPr>
          <p:cNvSpPr txBox="1"/>
          <p:nvPr/>
        </p:nvSpPr>
        <p:spPr>
          <a:xfrm>
            <a:off x="1613266" y="4373773"/>
            <a:ext cx="18357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叚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jiǎ、xiá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1D0FE2-FF06-8ABF-4787-E5F5DFD34559}"/>
              </a:ext>
            </a:extLst>
          </p:cNvPr>
          <p:cNvSpPr txBox="1"/>
          <p:nvPr/>
        </p:nvSpPr>
        <p:spPr>
          <a:xfrm>
            <a:off x="2896631" y="6787877"/>
            <a:ext cx="11256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务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wù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E4CE2F5-C906-749B-6D80-73BA71C5D164}"/>
              </a:ext>
            </a:extLst>
          </p:cNvPr>
          <p:cNvCxnSpPr>
            <a:cxnSpLocks/>
            <a:stCxn id="8" idx="3"/>
            <a:endCxn id="37" idx="1"/>
          </p:cNvCxnSpPr>
          <p:nvPr/>
        </p:nvCxnSpPr>
        <p:spPr>
          <a:xfrm flipV="1">
            <a:off x="3787102" y="5210415"/>
            <a:ext cx="1290642" cy="728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FE9DCB-071D-9623-F4F8-2960943B3EBF}"/>
              </a:ext>
            </a:extLst>
          </p:cNvPr>
          <p:cNvCxnSpPr>
            <a:cxnSpLocks/>
            <a:stCxn id="39" idx="2"/>
            <a:endCxn id="37" idx="1"/>
          </p:cNvCxnSpPr>
          <p:nvPr/>
        </p:nvCxnSpPr>
        <p:spPr>
          <a:xfrm>
            <a:off x="4159864" y="5054695"/>
            <a:ext cx="917880" cy="155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17D2E0-CBEC-A558-318F-5DD0ABFA3141}"/>
              </a:ext>
            </a:extLst>
          </p:cNvPr>
          <p:cNvCxnSpPr>
            <a:cxnSpLocks/>
            <a:stCxn id="8" idx="1"/>
            <a:endCxn id="36" idx="3"/>
          </p:cNvCxnSpPr>
          <p:nvPr/>
        </p:nvCxnSpPr>
        <p:spPr>
          <a:xfrm flipH="1" flipV="1">
            <a:off x="1482427" y="5210415"/>
            <a:ext cx="1588469" cy="728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E03530-23DD-05DE-601B-7C0B7EF2AAE9}"/>
              </a:ext>
            </a:extLst>
          </p:cNvPr>
          <p:cNvCxnSpPr>
            <a:cxnSpLocks/>
            <a:stCxn id="42" idx="2"/>
            <a:endCxn id="36" idx="3"/>
          </p:cNvCxnSpPr>
          <p:nvPr/>
        </p:nvCxnSpPr>
        <p:spPr>
          <a:xfrm flipH="1">
            <a:off x="1482427" y="4927771"/>
            <a:ext cx="1048719" cy="282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767D528-DB19-D350-1B62-2E2AE823DB86}"/>
              </a:ext>
            </a:extLst>
          </p:cNvPr>
          <p:cNvCxnSpPr>
            <a:cxnSpLocks/>
            <a:stCxn id="8" idx="1"/>
            <a:endCxn id="38" idx="3"/>
          </p:cNvCxnSpPr>
          <p:nvPr/>
        </p:nvCxnSpPr>
        <p:spPr>
          <a:xfrm flipH="1">
            <a:off x="1251816" y="5938963"/>
            <a:ext cx="1819080" cy="1125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631FEBD-9DA5-7B20-C0BA-23C724F9F508}"/>
              </a:ext>
            </a:extLst>
          </p:cNvPr>
          <p:cNvCxnSpPr>
            <a:cxnSpLocks/>
            <a:stCxn id="8" idx="1"/>
            <a:endCxn id="41" idx="0"/>
          </p:cNvCxnSpPr>
          <p:nvPr/>
        </p:nvCxnSpPr>
        <p:spPr>
          <a:xfrm flipH="1">
            <a:off x="2162513" y="5938963"/>
            <a:ext cx="908383" cy="848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FBE6260-0EFB-43AA-B0EC-BBF442322B7D}"/>
              </a:ext>
            </a:extLst>
          </p:cNvPr>
          <p:cNvCxnSpPr>
            <a:cxnSpLocks/>
            <a:stCxn id="8" idx="2"/>
            <a:endCxn id="43" idx="0"/>
          </p:cNvCxnSpPr>
          <p:nvPr/>
        </p:nvCxnSpPr>
        <p:spPr>
          <a:xfrm>
            <a:off x="3428999" y="6353127"/>
            <a:ext cx="30447" cy="434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6ED780D-A56F-EC9F-9063-5EFE9778E08E}"/>
              </a:ext>
            </a:extLst>
          </p:cNvPr>
          <p:cNvCxnSpPr>
            <a:cxnSpLocks/>
            <a:stCxn id="8" idx="3"/>
            <a:endCxn id="40" idx="0"/>
          </p:cNvCxnSpPr>
          <p:nvPr/>
        </p:nvCxnSpPr>
        <p:spPr>
          <a:xfrm>
            <a:off x="3787102" y="5938963"/>
            <a:ext cx="1563373" cy="848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34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D18E-29F7-B412-3377-17F777E0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05BEE8A-E37C-FFF4-C007-9B2D7964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10" y="2847366"/>
            <a:ext cx="830332" cy="10639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C15B17D-B942-2A93-33D7-AC742514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63" y="2117747"/>
            <a:ext cx="1153288" cy="937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9426C-216B-5902-38B8-618CBBECD436}"/>
              </a:ext>
            </a:extLst>
          </p:cNvPr>
          <p:cNvSpPr txBox="1"/>
          <p:nvPr/>
        </p:nvSpPr>
        <p:spPr>
          <a:xfrm>
            <a:off x="3267142" y="339967"/>
            <a:ext cx="241765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跳 </a:t>
            </a:r>
            <a:r>
              <a:rPr lang="en-US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D19CE-EFA2-646C-2D2C-3B2C99BB6A9A}"/>
              </a:ext>
            </a:extLst>
          </p:cNvPr>
          <p:cNvSpPr txBox="1"/>
          <p:nvPr/>
        </p:nvSpPr>
        <p:spPr>
          <a:xfrm>
            <a:off x="1089372" y="4267718"/>
            <a:ext cx="443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xiǎo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péng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you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kāi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xīn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qǐ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lái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小朋友开心地跳起来。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42E16-23CF-F3AF-5A24-6627ADB32864}"/>
              </a:ext>
            </a:extLst>
          </p:cNvPr>
          <p:cNvSpPr txBox="1"/>
          <p:nvPr/>
        </p:nvSpPr>
        <p:spPr>
          <a:xfrm>
            <a:off x="1019642" y="380190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足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zú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C6C48-BD18-741B-6E15-732FC2F8DE1D}"/>
              </a:ext>
            </a:extLst>
          </p:cNvPr>
          <p:cNvSpPr txBox="1"/>
          <p:nvPr/>
        </p:nvSpPr>
        <p:spPr>
          <a:xfrm>
            <a:off x="218036" y="2117237"/>
            <a:ext cx="23631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跳高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r>
              <a:rPr 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gāo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554D2-B6E5-CC57-F6B0-42B9C8A46989}"/>
              </a:ext>
            </a:extLst>
          </p:cNvPr>
          <p:cNvSpPr txBox="1"/>
          <p:nvPr/>
        </p:nvSpPr>
        <p:spPr>
          <a:xfrm>
            <a:off x="844445" y="3017022"/>
            <a:ext cx="26901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跳绳 </a:t>
            </a:r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r>
              <a:rPr lang="en-US" altLang="zh-CN" sz="30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shéng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9C874-F547-40F2-EA00-933A784D1EA6}"/>
              </a:ext>
            </a:extLst>
          </p:cNvPr>
          <p:cNvSpPr txBox="1"/>
          <p:nvPr/>
        </p:nvSpPr>
        <p:spPr>
          <a:xfrm>
            <a:off x="3985289" y="1511764"/>
            <a:ext cx="1699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跳远 </a:t>
            </a:r>
            <a:endParaRPr lang="en-US" altLang="zh-CN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r>
              <a:rPr lang="en-US" altLang="zh-CN" sz="30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yuǎn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E5B8AF-B878-41B5-8FE5-71DF7F4852F0}"/>
              </a:ext>
            </a:extLst>
          </p:cNvPr>
          <p:cNvSpPr txBox="1"/>
          <p:nvPr/>
        </p:nvSpPr>
        <p:spPr>
          <a:xfrm>
            <a:off x="3797965" y="2748375"/>
            <a:ext cx="13789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跳舞 </a:t>
            </a:r>
            <a:endParaRPr lang="en-US" altLang="zh-CN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r>
              <a:rPr lang="en-US" altLang="zh-CN" sz="30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wǔ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7D6C73-3931-AFD5-5732-9D57EDD9A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523" y="2147280"/>
            <a:ext cx="928778" cy="8179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BE5A51-811E-AEA7-25A0-8CB5BD666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40" y="3192227"/>
            <a:ext cx="1055154" cy="9379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C2ABE9-23B1-1C11-184F-5038727E5888}"/>
              </a:ext>
            </a:extLst>
          </p:cNvPr>
          <p:cNvSpPr txBox="1"/>
          <p:nvPr/>
        </p:nvSpPr>
        <p:spPr>
          <a:xfrm>
            <a:off x="869761" y="896373"/>
            <a:ext cx="13356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dirty="0">
                <a:latin typeface="STKaiti" panose="02010600040101010101" pitchFamily="2" charset="-122"/>
                <a:ea typeface="STKaiti" panose="02010600040101010101" pitchFamily="2" charset="-122"/>
              </a:rPr>
              <a:t>兆</a:t>
            </a:r>
            <a:r>
              <a:rPr lang="en-US" altLang="zh-CN" sz="3000" dirty="0" err="1">
                <a:latin typeface="STKaiti" panose="02010600040101010101" pitchFamily="2" charset="-122"/>
                <a:ea typeface="STKaiti" panose="02010600040101010101" pitchFamily="2" charset="-122"/>
              </a:rPr>
              <a:t>zhào</a:t>
            </a:r>
            <a:endParaRPr lang="en-US" sz="3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C276136-D534-878E-06F7-311041CC1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93" y="344617"/>
            <a:ext cx="977868" cy="6463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2D22FA8-2250-1E67-1B68-1BEF4EB30319}"/>
              </a:ext>
            </a:extLst>
          </p:cNvPr>
          <p:cNvSpPr txBox="1"/>
          <p:nvPr/>
        </p:nvSpPr>
        <p:spPr>
          <a:xfrm>
            <a:off x="219825" y="5540312"/>
            <a:ext cx="2417649" cy="378565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跑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pǎo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跳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踢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tī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踩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cǎi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225C01-AA02-93CE-1775-BADFF93B76B0}"/>
              </a:ext>
            </a:extLst>
          </p:cNvPr>
          <p:cNvSpPr txBox="1"/>
          <p:nvPr/>
        </p:nvSpPr>
        <p:spPr>
          <a:xfrm>
            <a:off x="4310891" y="5520582"/>
            <a:ext cx="2358338" cy="378565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跟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gēn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蹲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dūn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跨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kuà</a:t>
            </a:r>
            <a:endParaRPr lang="en-US" altLang="zh-CN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踏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tà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1019576-8202-2925-2ACD-7815F93288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6173" y="4980545"/>
            <a:ext cx="732573" cy="7924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FD7567-839A-DA4D-DA41-3B4648CCCC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9894" y="5772978"/>
            <a:ext cx="726124" cy="75042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10B416-C662-F431-4796-B9F5E196B0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3104" y="6565410"/>
            <a:ext cx="655622" cy="51055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BC83997-3643-2E96-1F0A-32F3977320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648" y="7117969"/>
            <a:ext cx="755624" cy="6463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46E25CC-0221-78D4-68F6-0D22E09E6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030" y="7816098"/>
            <a:ext cx="738540" cy="4881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2C86F95-9542-9E39-1426-2CDF9E4B87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8516" y="8364037"/>
            <a:ext cx="474683" cy="6596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0AB3F3-98A9-34D6-D51F-CFC7E3A686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9800" y="9012092"/>
            <a:ext cx="669690" cy="553941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543F9BC-1576-3F0A-30D5-52D2EB690096}"/>
              </a:ext>
            </a:extLst>
          </p:cNvPr>
          <p:cNvCxnSpPr>
            <a:stCxn id="10" idx="3"/>
            <a:endCxn id="4" idx="1"/>
          </p:cNvCxnSpPr>
          <p:nvPr/>
        </p:nvCxnSpPr>
        <p:spPr>
          <a:xfrm>
            <a:off x="2055503" y="657189"/>
            <a:ext cx="1211639" cy="19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5401C25-A943-026B-D770-F530AF9F6487}"/>
              </a:ext>
            </a:extLst>
          </p:cNvPr>
          <p:cNvCxnSpPr>
            <a:cxnSpLocks/>
            <a:stCxn id="23" idx="3"/>
            <a:endCxn id="4" idx="1"/>
          </p:cNvCxnSpPr>
          <p:nvPr/>
        </p:nvCxnSpPr>
        <p:spPr>
          <a:xfrm flipV="1">
            <a:off x="2205383" y="847799"/>
            <a:ext cx="1061759" cy="32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33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F13A9-E792-3B21-BDC8-3A299637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88497F-25DE-38A8-144A-548DBEA60481}"/>
              </a:ext>
            </a:extLst>
          </p:cNvPr>
          <p:cNvSpPr txBox="1"/>
          <p:nvPr/>
        </p:nvSpPr>
        <p:spPr>
          <a:xfrm>
            <a:off x="3903407" y="1719978"/>
            <a:ext cx="241765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搬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bān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E9FBE-1AE2-3E8A-4592-3F74F569CD1F}"/>
              </a:ext>
            </a:extLst>
          </p:cNvPr>
          <p:cNvSpPr txBox="1"/>
          <p:nvPr/>
        </p:nvSpPr>
        <p:spPr>
          <a:xfrm>
            <a:off x="2973675" y="2942976"/>
            <a:ext cx="443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bà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ba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zhèng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zài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bān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dirty="0" err="1">
                <a:latin typeface="STKaiti" panose="02010600040101010101" pitchFamily="2" charset="-122"/>
                <a:ea typeface="STKaiti" panose="02010600040101010101" pitchFamily="2" charset="-122"/>
              </a:rPr>
              <a:t>xiāng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 zi</a:t>
            </a: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爸爸正在搬箱子。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B9DF2-96CB-1ECB-6A04-467566A188EC}"/>
              </a:ext>
            </a:extLst>
          </p:cNvPr>
          <p:cNvSpPr txBox="1"/>
          <p:nvPr/>
        </p:nvSpPr>
        <p:spPr>
          <a:xfrm>
            <a:off x="0" y="487218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搬家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bān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jiā</a:t>
            </a:r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  搬东西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bān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dōng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xi</a:t>
            </a:r>
          </a:p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搬箱子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bān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xiāng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zi</a:t>
            </a:r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 搬椅子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bān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yǐ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zi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2" name="Picture 1" descr="卡通手绘免抠搬家公司搬东西素材图片免费下载_PNG素材_编号vwxidk9g3_图精灵">
            <a:extLst>
              <a:ext uri="{FF2B5EF4-FFF2-40B4-BE49-F238E27FC236}">
                <a16:creationId xmlns:a16="http://schemas.microsoft.com/office/drawing/2014/main" id="{66E1DF45-9DDC-6021-D9A6-F866D269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060" y="474002"/>
            <a:ext cx="830997" cy="8309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BC20A6-658A-1F0C-A63B-7C029C67D32E}"/>
              </a:ext>
            </a:extLst>
          </p:cNvPr>
          <p:cNvSpPr txBox="1"/>
          <p:nvPr/>
        </p:nvSpPr>
        <p:spPr>
          <a:xfrm>
            <a:off x="1883583" y="3751659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抬箱子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tái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xiāng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zi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0AC25-7D6A-4A01-BA14-6D30AFA34285}"/>
              </a:ext>
            </a:extLst>
          </p:cNvPr>
          <p:cNvSpPr txBox="1"/>
          <p:nvPr/>
        </p:nvSpPr>
        <p:spPr>
          <a:xfrm>
            <a:off x="1883583" y="4536489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提袋子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tí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dài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zi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1A617-4403-C282-4A37-673CB8ACCABD}"/>
              </a:ext>
            </a:extLst>
          </p:cNvPr>
          <p:cNvSpPr txBox="1"/>
          <p:nvPr/>
        </p:nvSpPr>
        <p:spPr>
          <a:xfrm>
            <a:off x="1883583" y="5315308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捉泥鳅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zhuō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ní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qiū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04AB04-D207-BA7F-3857-47652F14C871}"/>
              </a:ext>
            </a:extLst>
          </p:cNvPr>
          <p:cNvSpPr txBox="1"/>
          <p:nvPr/>
        </p:nvSpPr>
        <p:spPr>
          <a:xfrm>
            <a:off x="1883583" y="6094127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捡贝壳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jiǎn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bèi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ké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A22A7-E69B-6C0A-7201-0684525B0645}"/>
              </a:ext>
            </a:extLst>
          </p:cNvPr>
          <p:cNvSpPr txBox="1"/>
          <p:nvPr/>
        </p:nvSpPr>
        <p:spPr>
          <a:xfrm>
            <a:off x="1883583" y="6872946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打篮球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dǎ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lán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qiú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82D60A-DC6B-09C4-A723-767BB399486D}"/>
              </a:ext>
            </a:extLst>
          </p:cNvPr>
          <p:cNvSpPr txBox="1"/>
          <p:nvPr/>
        </p:nvSpPr>
        <p:spPr>
          <a:xfrm>
            <a:off x="1883583" y="7651765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抱宝宝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bào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bǎo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bao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54BFEB-99C3-E7E3-4EB7-D1DB897455CC}"/>
              </a:ext>
            </a:extLst>
          </p:cNvPr>
          <p:cNvSpPr txBox="1"/>
          <p:nvPr/>
        </p:nvSpPr>
        <p:spPr>
          <a:xfrm>
            <a:off x="1883583" y="8430584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拉提琴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lā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tí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qín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C6FC97-4513-0346-5058-CB3FA0254A02}"/>
              </a:ext>
            </a:extLst>
          </p:cNvPr>
          <p:cNvSpPr txBox="1"/>
          <p:nvPr/>
        </p:nvSpPr>
        <p:spPr>
          <a:xfrm>
            <a:off x="1883583" y="9042081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推开门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tuī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kāi</a:t>
            </a:r>
            <a:r>
              <a:rPr lang="en-US" altLang="zh-CN" sz="2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2400" dirty="0" err="1">
                <a:latin typeface="STKaiti" panose="02010600040101010101" pitchFamily="2" charset="-122"/>
                <a:ea typeface="STKaiti" panose="02010600040101010101" pitchFamily="2" charset="-122"/>
              </a:rPr>
              <a:t>mén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94332D-8ECD-0DA9-308B-7A9B16F2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84" y="8426481"/>
            <a:ext cx="914400" cy="12023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741E96-52CC-5581-DEE6-AE75F36ED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060" y="5315308"/>
            <a:ext cx="914400" cy="13165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57C5CF4-C944-B6F5-C166-E1D696837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8" y="8659476"/>
            <a:ext cx="914400" cy="84427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4E641FB-DB38-A900-A58E-5ADFC1665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084" y="3982491"/>
            <a:ext cx="914400" cy="8975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426A3A8-20EA-3F1C-2CDC-53B96CE8C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32" y="4054361"/>
            <a:ext cx="914400" cy="13278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A77141B-080E-31C1-F667-8925667557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56" y="5905088"/>
            <a:ext cx="914400" cy="10875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01D1BD6-A7DF-395D-532D-78DE520ACF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898" y="7394351"/>
            <a:ext cx="914400" cy="9745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18F1C9A-60CB-0397-16A1-80517FFFC6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702" y="6865461"/>
            <a:ext cx="914400" cy="10643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C8E81A0-7E35-E146-7553-7A4B6DE32F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5956" y="1719978"/>
            <a:ext cx="3080795" cy="118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8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9CCD-272A-43D9-AE7C-142824B2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6C40F-6723-EF51-8CD2-94E9F78EB0E4}"/>
              </a:ext>
            </a:extLst>
          </p:cNvPr>
          <p:cNvSpPr txBox="1"/>
          <p:nvPr/>
        </p:nvSpPr>
        <p:spPr>
          <a:xfrm>
            <a:off x="4428998" y="842648"/>
            <a:ext cx="1885452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河 </a:t>
            </a:r>
            <a:r>
              <a:rPr lang="en-US" altLang="zh-CN" sz="6000" dirty="0" err="1">
                <a:latin typeface="STKaiti" panose="02010600040101010101" pitchFamily="2" charset="-122"/>
                <a:ea typeface="STKaiti" panose="02010600040101010101" pitchFamily="2" charset="-122"/>
              </a:rPr>
              <a:t>hé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40F6B-0D91-9FC9-346C-6D1E1C3ED698}"/>
              </a:ext>
            </a:extLst>
          </p:cNvPr>
          <p:cNvSpPr txBox="1"/>
          <p:nvPr/>
        </p:nvSpPr>
        <p:spPr>
          <a:xfrm>
            <a:off x="970385" y="2595072"/>
            <a:ext cx="6019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yún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duǒ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liú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lèi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le,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lèi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shuǐ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huà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yì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kē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kē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yǔ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云朵流泪了，泪水化作一颗颗雨滴，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cóng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tiān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kōng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xià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从天空轻轻落下。</a:t>
            </a:r>
          </a:p>
          <a:p>
            <a:pPr algn="just"/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yǔ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chí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táng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xiǎo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kē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dǒu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kāi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xīn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yóu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lái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yóu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qù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; </a:t>
            </a: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雨滴落进池塘，小蝌蚪开心地游来游去；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hé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pèng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le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pèng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xiǎo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yú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wěi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ba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; </a:t>
            </a: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落进河里，轻轻碰了碰小鱼的尾巴；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jiāng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zhōng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huá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guò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Yáng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è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bí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jiān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; </a:t>
            </a: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落进江中，滑过扬子鳄的鼻尖；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hú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qiāo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zài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wū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guī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yuán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yuán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bèi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shàng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落进湖里，敲在乌龟圆圆的背上；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luò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dà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hǎi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yù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jiàn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le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yú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pēn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chū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gāo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gāo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shuǐ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zhù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落进大海，遇见了鲸鱼喷出的高高水柱。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yǔ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hòu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dì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shàng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chū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xiàn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le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liàng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shuǐ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wā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雨后，地上出现了亮晶晶的水洼，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kōng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qì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yě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biàn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qīng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xīn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rùn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空气也变得清新湿润。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Hái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zi men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zài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yán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rè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xià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tiān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qíng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zhuī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zhú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wán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mǎn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tóu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dà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hàn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孩子们在炎热的夏天尽情追逐，玩得满头大汗。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Kǒu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kě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le,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tā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men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jiù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dà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kǒu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hē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shuǐ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口渴了，他们就大口喝水，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jiē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zhe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huān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kuài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de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tiào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jìn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yǒng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chí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yóu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yǒng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xì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shuǐ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zuì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hòu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huí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jiā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xǐ</a:t>
            </a:r>
            <a:r>
              <a:rPr lang="en-US" altLang="zh-CN" sz="1400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 sz="1400" dirty="0" err="1">
                <a:latin typeface="STKaiti" panose="02010600040101010101" pitchFamily="2" charset="-122"/>
                <a:ea typeface="STKaiti" panose="02010600040101010101" pitchFamily="2" charset="-122"/>
              </a:rPr>
              <a:t>zǎo</a:t>
            </a:r>
            <a:endParaRPr lang="en-US" altLang="zh-CN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just"/>
            <a:r>
              <a:rPr lang="zh-CN" altLang="en-US" sz="1400" dirty="0">
                <a:latin typeface="STKaiti" panose="02010600040101010101" pitchFamily="2" charset="-122"/>
                <a:ea typeface="STKaiti" panose="02010600040101010101" pitchFamily="2" charset="-122"/>
              </a:rPr>
              <a:t>接着欢快地跳进泳池游泳、戏水，最后回家洗澡。</a:t>
            </a:r>
            <a:endParaRPr lang="en-US" sz="14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3DC1558-258B-17FB-787D-0220A8CD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74" y="2749234"/>
            <a:ext cx="436234" cy="256403"/>
          </a:xfrm>
          <a:prstGeom prst="rect">
            <a:avLst/>
          </a:prstGeom>
        </p:spPr>
      </p:pic>
      <p:pic>
        <p:nvPicPr>
          <p:cNvPr id="46" name="Picture 45" descr="雨滴图片素材_免费雨滴PNG设计图片大全_图精灵">
            <a:extLst>
              <a:ext uri="{FF2B5EF4-FFF2-40B4-BE49-F238E27FC236}">
                <a16:creationId xmlns:a16="http://schemas.microsoft.com/office/drawing/2014/main" id="{F273E810-91E0-B4F1-1727-97ACCE104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876" y="2749234"/>
            <a:ext cx="501821" cy="5018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9CE00D-5515-0D74-54D2-2B284C33A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74" y="3566705"/>
            <a:ext cx="481914" cy="28654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93FF371-7031-720A-F61B-CBBB94E44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335" y="3566704"/>
            <a:ext cx="475115" cy="28654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91987AD-8FEC-505F-049D-8A11D59113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13574" y="4299014"/>
            <a:ext cx="498212" cy="28654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C8AFCE3-88EA-7577-4D35-7277BED6B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372" y="4242624"/>
            <a:ext cx="580077" cy="286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30AF1CC-2EF4-61EB-BCEF-B342E38016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9335" y="4681224"/>
            <a:ext cx="475114" cy="21425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19DF56A-0962-6108-4FF0-7FCBC627F2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574" y="5031325"/>
            <a:ext cx="523817" cy="393292"/>
          </a:xfrm>
          <a:prstGeom prst="rect">
            <a:avLst/>
          </a:prstGeom>
        </p:spPr>
      </p:pic>
      <p:pic>
        <p:nvPicPr>
          <p:cNvPr id="55" name="Picture 54" descr="烏龜圖案素材| PNG和向量圖| 透明背景圖片| 免費下载- Pngtree">
            <a:extLst>
              <a:ext uri="{FF2B5EF4-FFF2-40B4-BE49-F238E27FC236}">
                <a16:creationId xmlns:a16="http://schemas.microsoft.com/office/drawing/2014/main" id="{493F946C-4347-D270-C273-A24964A045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7242" y="4871233"/>
            <a:ext cx="637207" cy="637207"/>
          </a:xfrm>
          <a:prstGeom prst="rect">
            <a:avLst/>
          </a:prstGeom>
        </p:spPr>
      </p:pic>
      <p:pic>
        <p:nvPicPr>
          <p:cNvPr id="56" name="Picture 55" descr="鲸鱼手绘透明元素水彩鲸鱼素材图片免费下载_PNG素材_编号1pkiryxj3_图精灵">
            <a:extLst>
              <a:ext uri="{FF2B5EF4-FFF2-40B4-BE49-F238E27FC236}">
                <a16:creationId xmlns:a16="http://schemas.microsoft.com/office/drawing/2014/main" id="{1B072907-B651-EBCC-5E01-06FECD9E2F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2629" y="5694019"/>
            <a:ext cx="501820" cy="5018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C93D1B3-2CDD-40EE-8CE3-C2A3417F00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574" y="5694019"/>
            <a:ext cx="481914" cy="39328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726893E-2A0E-D6D3-D6CB-2D1137E500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7615" y="6419455"/>
            <a:ext cx="426834" cy="30750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427185B-2F80-3E3B-73ED-092A53FC7B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3574" y="6356707"/>
            <a:ext cx="520381" cy="52600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054B225-24F9-4CA1-A699-8B53808A7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488" y="637907"/>
            <a:ext cx="3436856" cy="14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76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523</TotalTime>
  <Words>559</Words>
  <Application>Microsoft Macintosh PowerPoint</Application>
  <PresentationFormat>A4 Paper (210x297 mm)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STKaiti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19</cp:revision>
  <cp:lastPrinted>2026-07-21T14:49:40Z</cp:lastPrinted>
  <dcterms:created xsi:type="dcterms:W3CDTF">2026-06-12T15:09:22Z</dcterms:created>
  <dcterms:modified xsi:type="dcterms:W3CDTF">2026-07-21T14:59:11Z</dcterms:modified>
</cp:coreProperties>
</file>